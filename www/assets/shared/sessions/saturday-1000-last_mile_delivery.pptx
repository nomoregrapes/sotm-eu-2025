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3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ABF25-5DEC-DA62-39EF-A81DD4AFE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E31B0F-7D83-0D90-5EC4-AE96A0A881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9A0E6-206F-555C-4D24-61581C690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0CC3-B187-43D5-9D19-1E0FD6178364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FACCF-1523-8022-9324-8831EC72F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80B4A-477D-7801-78D4-F388B9F6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4007A-10D4-4DF1-B106-BEBE58BBC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758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E1B18-E358-5A62-0D55-7F0421D0C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6E35E-7C87-3B19-2860-D9D5481B8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5C400-3D70-F121-D4A0-9FBF71DF5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0CC3-B187-43D5-9D19-1E0FD6178364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C31DD-B71A-B3B3-C157-7AE0DDC63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E4DC9-4621-1364-6690-BF50D201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4007A-10D4-4DF1-B106-BEBE58BBC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5515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FD967-FBB5-6CBE-7313-2E629DFEB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EDD7E-8DAB-FCC6-05F8-EFB9FF046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DEA92-BB8E-924D-40D1-FD3A01AD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0CC3-B187-43D5-9D19-1E0FD6178364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E4864-7C2C-9CC4-4F81-A16145940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AD04A-AD13-8E2C-1796-E13A0EDF6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4007A-10D4-4DF1-B106-BEBE58BBC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280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F7BF4-C2FF-C089-C165-7D3A3E75E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DF202-3184-0715-63C6-3B964162D4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36A6B3-C99B-D599-5777-ED8F22E63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C7386-62EE-8299-BA50-FF403D20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0CC3-B187-43D5-9D19-1E0FD6178364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44554-2A38-D503-7C7E-9712CE125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3EAE6-69A9-D8AB-2F00-8D69CF46A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4007A-10D4-4DF1-B106-BEBE58BBC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7984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04310-75B6-8AA9-8644-41EC609CC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3E31D-9366-9AF3-E84C-48ED7E41D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0C4809-4C07-7025-6A23-C5488111B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0C736D-C352-0CED-25DC-89D2B39BAC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8EBDEA-5970-43BB-C6D3-5DF405EB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C04B78-18A4-609C-681C-9A38204BA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0CC3-B187-43D5-9D19-1E0FD6178364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C45166-881A-A399-7BAD-F1A8643DD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632D20-8034-DB09-6CFE-D231BE72B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4007A-10D4-4DF1-B106-BEBE58BBC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402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53256-1DF8-698D-B01B-2981CA091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892E2-01E9-E834-CE35-651B25E58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0CC3-B187-43D5-9D19-1E0FD6178364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029B71-3D59-E4F5-E95A-23CED8166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232A46-375F-7633-9F0B-772348261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4007A-10D4-4DF1-B106-BEBE58BBC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8448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DEFFC1-7FA6-B7A2-0A20-B6FA26499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0CC3-B187-43D5-9D19-1E0FD6178364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1F76CB-C078-EF5D-481F-3E108987C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DFB0E-8B60-458A-1487-4A6E858B9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4007A-10D4-4DF1-B106-BEBE58BBC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7262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8485-9D35-1BDA-F022-D07FB7CC9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7B4B8-98B9-051F-FBAE-F350D6CE7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55CEC1-4630-03EC-7495-AD5A6C8EC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3F12E-7067-169D-CCCF-C038EF451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0CC3-B187-43D5-9D19-1E0FD6178364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8563CC-5092-7EDD-5F8E-699537573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1B8B9-AC1A-6DE4-6188-DB8DF747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4007A-10D4-4DF1-B106-BEBE58BBC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2533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EC24C-E95F-DB90-2056-85D829A38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C87539-6178-29F4-C6C5-06B237072F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FFBB11-1CAE-CE08-1CEF-2E75AB186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8BDE53-A2E5-EDA5-D661-9E8AE8572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0CC3-B187-43D5-9D19-1E0FD6178364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EECE5-728A-45E3-26F1-201E586D0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8B90DE-54D8-C347-6968-07D343F1D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4007A-10D4-4DF1-B106-BEBE58BBC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3824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8E865-8033-AE0D-CE0F-2EA225DA0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75501E-EF51-423D-6989-21AD06ADED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B9EF7-2151-F842-91E7-12F72028D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0CC3-B187-43D5-9D19-1E0FD6178364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AC6F9-EB32-D988-4582-DD7C855A0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0301B-DECF-BB8F-DE98-1DD6F0545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4007A-10D4-4DF1-B106-BEBE58BBC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1913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DFDD60-B10E-903D-B8B6-9D32CBC155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96C548-071F-B9FC-5EC5-2AB9B1BF4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2F7C1-073E-14E6-F1BC-715202D1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0CC3-B187-43D5-9D19-1E0FD6178364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26CC9-03F2-325B-6EF3-A7B87F8F6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6384B-4741-FD15-BBA2-3A2D1F6A9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4007A-10D4-4DF1-B106-BEBE58BBC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7590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5E5A8D-D3CC-CFA8-6243-066FC3D84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F0EF9-C355-4F57-7C1D-9E07BC339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383F3-C182-775E-C245-D7FB759EF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700CC3-B187-43D5-9D19-1E0FD6178364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E496F-62F3-C5BD-E91E-107F277200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03716-4FFA-FF97-8307-8477F2FB49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B4007A-10D4-4DF1-B106-BEBE58BBC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8776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02B547-7F94-B8D0-6A81-E25145F7D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481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0480A4-C960-6D88-4592-30390C6F2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71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D86084-6419-3136-B874-5483EF68E4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30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C48BDE-9AD3-239F-821D-8B8119CA8B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826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BC9328-E99C-0974-1461-2F359E3FC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638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3E60CD-E2D4-DB21-9715-28C5973E1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650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4F9A11-3D0A-0C29-D190-3B3F12CE35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262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8E6D15-3326-7811-CDED-E2A49A810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558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7B829D-19EE-2C86-6EC6-3E0C2C761A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506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Petr Nemecek</dc:creator>
  <cp:lastModifiedBy>Petr Nemecek</cp:lastModifiedBy>
  <cp:revision>2</cp:revision>
  <dcterms:created xsi:type="dcterms:W3CDTF">2025-11-15T09:19:52Z</dcterms:created>
  <dcterms:modified xsi:type="dcterms:W3CDTF">2025-11-15T09:22:51Z</dcterms:modified>
</cp:coreProperties>
</file>