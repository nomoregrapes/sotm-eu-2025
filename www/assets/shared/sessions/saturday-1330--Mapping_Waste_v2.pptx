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82" r:id="rId14"/>
    <p:sldId id="275" r:id="rId15"/>
    <p:sldId id="276" r:id="rId16"/>
    <p:sldId id="277" r:id="rId17"/>
    <p:sldId id="281" r:id="rId18"/>
    <p:sldId id="279" r:id="rId19"/>
    <p:sldId id="278" r:id="rId20"/>
    <p:sldId id="280" r:id="rId21"/>
    <p:sldId id="263" r:id="rId22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2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267E4-F807-48FF-A2EA-AA0991282CF7}" v="48" dt="2025-11-14T21:21:10.953"/>
    <p1510:client id="{30A39091-FC40-488D-A577-15C47124EC39}" v="2" dt="2025-11-15T09:26:36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14" autoAdjust="0"/>
  </p:normalViewPr>
  <p:slideViewPr>
    <p:cSldViewPr snapToGrid="0">
      <p:cViewPr varScale="1">
        <p:scale>
          <a:sx n="101" d="100"/>
          <a:sy n="101" d="100"/>
        </p:scale>
        <p:origin x="16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Gilmore" userId="325a9c4a-0764-4f47-ac14-45bef7e9080f" providerId="ADAL" clId="{7B820B33-093A-437E-9264-18F32F10A049}"/>
    <pc:docChg chg="undo custSel addSld delSld modSld sldOrd">
      <pc:chgData name="Jack Gilmore" userId="325a9c4a-0764-4f47-ac14-45bef7e9080f" providerId="ADAL" clId="{7B820B33-093A-437E-9264-18F32F10A049}" dt="2025-11-14T21:21:29.212" v="3552" actId="1076"/>
      <pc:docMkLst>
        <pc:docMk/>
      </pc:docMkLst>
      <pc:sldChg chg="del mod modShow">
        <pc:chgData name="Jack Gilmore" userId="325a9c4a-0764-4f47-ac14-45bef7e9080f" providerId="ADAL" clId="{7B820B33-093A-437E-9264-18F32F10A049}" dt="2025-11-14T21:17:00.100" v="3347" actId="2696"/>
        <pc:sldMkLst>
          <pc:docMk/>
          <pc:sldMk cId="0" sldId="257"/>
        </pc:sldMkLst>
      </pc:sldChg>
      <pc:sldChg chg="modSp del mod modShow">
        <pc:chgData name="Jack Gilmore" userId="325a9c4a-0764-4f47-ac14-45bef7e9080f" providerId="ADAL" clId="{7B820B33-093A-437E-9264-18F32F10A049}" dt="2025-11-14T21:17:00.100" v="3347" actId="2696"/>
        <pc:sldMkLst>
          <pc:docMk/>
          <pc:sldMk cId="0" sldId="258"/>
        </pc:sldMkLst>
        <pc:spChg chg="mod">
          <ac:chgData name="Jack Gilmore" userId="325a9c4a-0764-4f47-ac14-45bef7e9080f" providerId="ADAL" clId="{7B820B33-093A-437E-9264-18F32F10A049}" dt="2025-11-14T20:45:48.531" v="562" actId="255"/>
          <ac:spMkLst>
            <pc:docMk/>
            <pc:sldMk cId="0" sldId="258"/>
            <ac:spMk id="52" creationId="{00000000-0000-0000-0000-000000000000}"/>
          </ac:spMkLst>
        </pc:spChg>
      </pc:sldChg>
      <pc:sldChg chg="del">
        <pc:chgData name="Jack Gilmore" userId="325a9c4a-0764-4f47-ac14-45bef7e9080f" providerId="ADAL" clId="{7B820B33-093A-437E-9264-18F32F10A049}" dt="2025-11-14T20:27:35.690" v="35" actId="2696"/>
        <pc:sldMkLst>
          <pc:docMk/>
          <pc:sldMk cId="0" sldId="259"/>
        </pc:sldMkLst>
      </pc:sldChg>
      <pc:sldChg chg="del">
        <pc:chgData name="Jack Gilmore" userId="325a9c4a-0764-4f47-ac14-45bef7e9080f" providerId="ADAL" clId="{7B820B33-093A-437E-9264-18F32F10A049}" dt="2025-11-14T20:27:25.494" v="34" actId="2696"/>
        <pc:sldMkLst>
          <pc:docMk/>
          <pc:sldMk cId="0" sldId="260"/>
        </pc:sldMkLst>
      </pc:sldChg>
      <pc:sldChg chg="del">
        <pc:chgData name="Jack Gilmore" userId="325a9c4a-0764-4f47-ac14-45bef7e9080f" providerId="ADAL" clId="{7B820B33-093A-437E-9264-18F32F10A049}" dt="2025-11-14T20:27:21.275" v="33" actId="2696"/>
        <pc:sldMkLst>
          <pc:docMk/>
          <pc:sldMk cId="0" sldId="261"/>
        </pc:sldMkLst>
      </pc:sldChg>
      <pc:sldChg chg="del">
        <pc:chgData name="Jack Gilmore" userId="325a9c4a-0764-4f47-ac14-45bef7e9080f" providerId="ADAL" clId="{7B820B33-093A-437E-9264-18F32F10A049}" dt="2025-11-14T20:27:19.092" v="32" actId="2696"/>
        <pc:sldMkLst>
          <pc:docMk/>
          <pc:sldMk cId="0" sldId="262"/>
        </pc:sldMkLst>
      </pc:sldChg>
      <pc:sldChg chg="modSp mod">
        <pc:chgData name="Jack Gilmore" userId="325a9c4a-0764-4f47-ac14-45bef7e9080f" providerId="ADAL" clId="{7B820B33-093A-437E-9264-18F32F10A049}" dt="2025-11-14T20:27:04.927" v="31" actId="20577"/>
        <pc:sldMkLst>
          <pc:docMk/>
          <pc:sldMk cId="0" sldId="263"/>
        </pc:sldMkLst>
        <pc:spChg chg="mod">
          <ac:chgData name="Jack Gilmore" userId="325a9c4a-0764-4f47-ac14-45bef7e9080f" providerId="ADAL" clId="{7B820B33-093A-437E-9264-18F32F10A049}" dt="2025-11-14T20:26:57.200" v="1" actId="14100"/>
          <ac:spMkLst>
            <pc:docMk/>
            <pc:sldMk cId="0" sldId="263"/>
            <ac:spMk id="68" creationId="{00000000-0000-0000-0000-000000000000}"/>
          </ac:spMkLst>
        </pc:spChg>
        <pc:spChg chg="mod">
          <ac:chgData name="Jack Gilmore" userId="325a9c4a-0764-4f47-ac14-45bef7e9080f" providerId="ADAL" clId="{7B820B33-093A-437E-9264-18F32F10A049}" dt="2025-11-14T20:27:04.927" v="31" actId="20577"/>
          <ac:spMkLst>
            <pc:docMk/>
            <pc:sldMk cId="0" sldId="263"/>
            <ac:spMk id="71" creationId="{00000000-0000-0000-0000-000000000000}"/>
          </ac:spMkLst>
        </pc:spChg>
      </pc:sldChg>
      <pc:sldChg chg="addSp modSp add mod ord modShow">
        <pc:chgData name="Jack Gilmore" userId="325a9c4a-0764-4f47-ac14-45bef7e9080f" providerId="ADAL" clId="{7B820B33-093A-437E-9264-18F32F10A049}" dt="2025-11-14T20:47:07.081" v="571" actId="12"/>
        <pc:sldMkLst>
          <pc:docMk/>
          <pc:sldMk cId="2151237435" sldId="264"/>
        </pc:sldMkLst>
        <pc:spChg chg="mod">
          <ac:chgData name="Jack Gilmore" userId="325a9c4a-0764-4f47-ac14-45bef7e9080f" providerId="ADAL" clId="{7B820B33-093A-437E-9264-18F32F10A049}" dt="2025-11-14T20:28:05.149" v="48" actId="20577"/>
          <ac:spMkLst>
            <pc:docMk/>
            <pc:sldMk cId="2151237435" sldId="264"/>
            <ac:spMk id="49" creationId="{F98403AF-8A16-531C-974A-C833B2DAFE42}"/>
          </ac:spMkLst>
        </pc:spChg>
        <pc:spChg chg="mod">
          <ac:chgData name="Jack Gilmore" userId="325a9c4a-0764-4f47-ac14-45bef7e9080f" providerId="ADAL" clId="{7B820B33-093A-437E-9264-18F32F10A049}" dt="2025-11-14T20:47:07.081" v="571" actId="12"/>
          <ac:spMkLst>
            <pc:docMk/>
            <pc:sldMk cId="2151237435" sldId="264"/>
            <ac:spMk id="50" creationId="{59AFF504-BA89-73B4-F104-CB5F668F20BC}"/>
          </ac:spMkLst>
        </pc:spChg>
        <pc:picChg chg="add mod">
          <ac:chgData name="Jack Gilmore" userId="325a9c4a-0764-4f47-ac14-45bef7e9080f" providerId="ADAL" clId="{7B820B33-093A-437E-9264-18F32F10A049}" dt="2025-11-14T20:28:59.238" v="60" actId="1076"/>
          <ac:picMkLst>
            <pc:docMk/>
            <pc:sldMk cId="2151237435" sldId="264"/>
            <ac:picMk id="2" creationId="{435A6265-D7EF-9A6E-0832-78F168DDD990}"/>
          </ac:picMkLst>
        </pc:picChg>
      </pc:sldChg>
      <pc:sldChg chg="modSp add mod ord modShow">
        <pc:chgData name="Jack Gilmore" userId="325a9c4a-0764-4f47-ac14-45bef7e9080f" providerId="ADAL" clId="{7B820B33-093A-437E-9264-18F32F10A049}" dt="2025-11-14T20:48:24.830" v="580" actId="12"/>
        <pc:sldMkLst>
          <pc:docMk/>
          <pc:sldMk cId="611905913" sldId="265"/>
        </pc:sldMkLst>
        <pc:spChg chg="mod">
          <ac:chgData name="Jack Gilmore" userId="325a9c4a-0764-4f47-ac14-45bef7e9080f" providerId="ADAL" clId="{7B820B33-093A-437E-9264-18F32F10A049}" dt="2025-11-14T20:30:46.420" v="98" actId="20577"/>
          <ac:spMkLst>
            <pc:docMk/>
            <pc:sldMk cId="611905913" sldId="265"/>
            <ac:spMk id="51" creationId="{E8956AF2-7EC0-A99A-1484-2A22DACB6EE7}"/>
          </ac:spMkLst>
        </pc:spChg>
        <pc:spChg chg="mod">
          <ac:chgData name="Jack Gilmore" userId="325a9c4a-0764-4f47-ac14-45bef7e9080f" providerId="ADAL" clId="{7B820B33-093A-437E-9264-18F32F10A049}" dt="2025-11-14T20:48:24.830" v="580" actId="12"/>
          <ac:spMkLst>
            <pc:docMk/>
            <pc:sldMk cId="611905913" sldId="265"/>
            <ac:spMk id="52" creationId="{8AB024FC-6648-D7EE-0F43-F0B697518547}"/>
          </ac:spMkLst>
        </pc:spChg>
      </pc:sldChg>
      <pc:sldChg chg="add del ord">
        <pc:chgData name="Jack Gilmore" userId="325a9c4a-0764-4f47-ac14-45bef7e9080f" providerId="ADAL" clId="{7B820B33-093A-437E-9264-18F32F10A049}" dt="2025-11-14T20:31:13.142" v="105" actId="2696"/>
        <pc:sldMkLst>
          <pc:docMk/>
          <pc:sldMk cId="1517835334" sldId="266"/>
        </pc:sldMkLst>
      </pc:sldChg>
      <pc:sldChg chg="modSp add mod">
        <pc:chgData name="Jack Gilmore" userId="325a9c4a-0764-4f47-ac14-45bef7e9080f" providerId="ADAL" clId="{7B820B33-093A-437E-9264-18F32F10A049}" dt="2025-11-14T20:33:46.050" v="164" actId="20577"/>
        <pc:sldMkLst>
          <pc:docMk/>
          <pc:sldMk cId="2654451374" sldId="266"/>
        </pc:sldMkLst>
        <pc:spChg chg="mod">
          <ac:chgData name="Jack Gilmore" userId="325a9c4a-0764-4f47-ac14-45bef7e9080f" providerId="ADAL" clId="{7B820B33-093A-437E-9264-18F32F10A049}" dt="2025-11-14T20:31:20.227" v="120" actId="20577"/>
          <ac:spMkLst>
            <pc:docMk/>
            <pc:sldMk cId="2654451374" sldId="266"/>
            <ac:spMk id="51" creationId="{067C0E1F-2EC0-47EC-BA66-EEBC5B576134}"/>
          </ac:spMkLst>
        </pc:spChg>
        <pc:spChg chg="mod">
          <ac:chgData name="Jack Gilmore" userId="325a9c4a-0764-4f47-ac14-45bef7e9080f" providerId="ADAL" clId="{7B820B33-093A-437E-9264-18F32F10A049}" dt="2025-11-14T20:33:46.050" v="164" actId="20577"/>
          <ac:spMkLst>
            <pc:docMk/>
            <pc:sldMk cId="2654451374" sldId="266"/>
            <ac:spMk id="52" creationId="{94143B77-8F8A-04FB-E731-FC03E99383DD}"/>
          </ac:spMkLst>
        </pc:spChg>
      </pc:sldChg>
      <pc:sldChg chg="addSp delSp modSp add mod modNotesTx">
        <pc:chgData name="Jack Gilmore" userId="325a9c4a-0764-4f47-ac14-45bef7e9080f" providerId="ADAL" clId="{7B820B33-093A-437E-9264-18F32F10A049}" dt="2025-11-14T20:43:49.262" v="507" actId="1037"/>
        <pc:sldMkLst>
          <pc:docMk/>
          <pc:sldMk cId="1939011681" sldId="267"/>
        </pc:sldMkLst>
        <pc:spChg chg="add mod">
          <ac:chgData name="Jack Gilmore" userId="325a9c4a-0764-4f47-ac14-45bef7e9080f" providerId="ADAL" clId="{7B820B33-093A-437E-9264-18F32F10A049}" dt="2025-11-14T20:41:15.979" v="483" actId="1076"/>
          <ac:spMkLst>
            <pc:docMk/>
            <pc:sldMk cId="1939011681" sldId="267"/>
            <ac:spMk id="4" creationId="{FF7E89A0-68AC-1CB4-F509-9F0B537877D9}"/>
          </ac:spMkLst>
        </pc:spChg>
        <pc:spChg chg="mod">
          <ac:chgData name="Jack Gilmore" userId="325a9c4a-0764-4f47-ac14-45bef7e9080f" providerId="ADAL" clId="{7B820B33-093A-437E-9264-18F32F10A049}" dt="2025-11-14T20:34:41.853" v="205" actId="20577"/>
          <ac:spMkLst>
            <pc:docMk/>
            <pc:sldMk cId="1939011681" sldId="267"/>
            <ac:spMk id="51" creationId="{52130D4B-A0A2-982D-C866-A1B89C4D2B13}"/>
          </ac:spMkLst>
        </pc:spChg>
        <pc:spChg chg="mod">
          <ac:chgData name="Jack Gilmore" userId="325a9c4a-0764-4f47-ac14-45bef7e9080f" providerId="ADAL" clId="{7B820B33-093A-437E-9264-18F32F10A049}" dt="2025-11-14T20:40:58.342" v="478" actId="1076"/>
          <ac:spMkLst>
            <pc:docMk/>
            <pc:sldMk cId="1939011681" sldId="267"/>
            <ac:spMk id="52" creationId="{DE3D7D4D-E286-747A-1BDF-F4FEF86D0EC8}"/>
          </ac:spMkLst>
        </pc:spChg>
        <pc:picChg chg="add mod">
          <ac:chgData name="Jack Gilmore" userId="325a9c4a-0764-4f47-ac14-45bef7e9080f" providerId="ADAL" clId="{7B820B33-093A-437E-9264-18F32F10A049}" dt="2025-11-14T20:40:38.852" v="471" actId="1076"/>
          <ac:picMkLst>
            <pc:docMk/>
            <pc:sldMk cId="1939011681" sldId="267"/>
            <ac:picMk id="3" creationId="{F6573C07-A24C-2F72-431B-041FE15C06E9}"/>
          </ac:picMkLst>
        </pc:picChg>
        <pc:picChg chg="add del mod">
          <ac:chgData name="Jack Gilmore" userId="325a9c4a-0764-4f47-ac14-45bef7e9080f" providerId="ADAL" clId="{7B820B33-093A-437E-9264-18F32F10A049}" dt="2025-11-14T20:42:50.786" v="486" actId="478"/>
          <ac:picMkLst>
            <pc:docMk/>
            <pc:sldMk cId="1939011681" sldId="267"/>
            <ac:picMk id="6" creationId="{3326B49A-DB32-F711-D2C5-27E8B28710AB}"/>
          </ac:picMkLst>
        </pc:picChg>
        <pc:picChg chg="add del mod">
          <ac:chgData name="Jack Gilmore" userId="325a9c4a-0764-4f47-ac14-45bef7e9080f" providerId="ADAL" clId="{7B820B33-093A-437E-9264-18F32F10A049}" dt="2025-11-14T20:43:07.653" v="492" actId="478"/>
          <ac:picMkLst>
            <pc:docMk/>
            <pc:sldMk cId="1939011681" sldId="267"/>
            <ac:picMk id="8" creationId="{3748530B-45E5-08A1-5867-0A6755E01DEC}"/>
          </ac:picMkLst>
        </pc:picChg>
        <pc:picChg chg="add del mod">
          <ac:chgData name="Jack Gilmore" userId="325a9c4a-0764-4f47-ac14-45bef7e9080f" providerId="ADAL" clId="{7B820B33-093A-437E-9264-18F32F10A049}" dt="2025-11-14T20:43:30.254" v="498" actId="478"/>
          <ac:picMkLst>
            <pc:docMk/>
            <pc:sldMk cId="1939011681" sldId="267"/>
            <ac:picMk id="10" creationId="{37E2359B-0849-5E08-D10C-9ED610715AFA}"/>
          </ac:picMkLst>
        </pc:picChg>
        <pc:picChg chg="add mod">
          <ac:chgData name="Jack Gilmore" userId="325a9c4a-0764-4f47-ac14-45bef7e9080f" providerId="ADAL" clId="{7B820B33-093A-437E-9264-18F32F10A049}" dt="2025-11-14T20:43:49.262" v="507" actId="1037"/>
          <ac:picMkLst>
            <pc:docMk/>
            <pc:sldMk cId="1939011681" sldId="267"/>
            <ac:picMk id="12" creationId="{444C4AC1-31E3-534C-BC10-ACF89459E99E}"/>
          </ac:picMkLst>
        </pc:picChg>
      </pc:sldChg>
      <pc:sldChg chg="new del">
        <pc:chgData name="Jack Gilmore" userId="325a9c4a-0764-4f47-ac14-45bef7e9080f" providerId="ADAL" clId="{7B820B33-093A-437E-9264-18F32F10A049}" dt="2025-11-14T20:34:30.189" v="166" actId="2696"/>
        <pc:sldMkLst>
          <pc:docMk/>
          <pc:sldMk cId="2326751834" sldId="267"/>
        </pc:sldMkLst>
      </pc:sldChg>
      <pc:sldChg chg="modSp add mod">
        <pc:chgData name="Jack Gilmore" userId="325a9c4a-0764-4f47-ac14-45bef7e9080f" providerId="ADAL" clId="{7B820B33-093A-437E-9264-18F32F10A049}" dt="2025-11-14T20:37:31.550" v="465" actId="5793"/>
        <pc:sldMkLst>
          <pc:docMk/>
          <pc:sldMk cId="3067852811" sldId="268"/>
        </pc:sldMkLst>
        <pc:spChg chg="mod">
          <ac:chgData name="Jack Gilmore" userId="325a9c4a-0764-4f47-ac14-45bef7e9080f" providerId="ADAL" clId="{7B820B33-093A-437E-9264-18F32F10A049}" dt="2025-11-14T20:37:22.610" v="415" actId="20577"/>
          <ac:spMkLst>
            <pc:docMk/>
            <pc:sldMk cId="3067852811" sldId="268"/>
            <ac:spMk id="51" creationId="{A324FB10-4F70-20E3-B990-C169498DB98B}"/>
          </ac:spMkLst>
        </pc:spChg>
        <pc:spChg chg="mod">
          <ac:chgData name="Jack Gilmore" userId="325a9c4a-0764-4f47-ac14-45bef7e9080f" providerId="ADAL" clId="{7B820B33-093A-437E-9264-18F32F10A049}" dt="2025-11-14T20:37:31.550" v="465" actId="5793"/>
          <ac:spMkLst>
            <pc:docMk/>
            <pc:sldMk cId="3067852811" sldId="268"/>
            <ac:spMk id="52" creationId="{5177D709-44E2-E575-E3BC-9998FB17D593}"/>
          </ac:spMkLst>
        </pc:spChg>
      </pc:sldChg>
      <pc:sldChg chg="modSp add mod modNotesTx">
        <pc:chgData name="Jack Gilmore" userId="325a9c4a-0764-4f47-ac14-45bef7e9080f" providerId="ADAL" clId="{7B820B33-093A-437E-9264-18F32F10A049}" dt="2025-11-14T20:44:39.787" v="547" actId="6549"/>
        <pc:sldMkLst>
          <pc:docMk/>
          <pc:sldMk cId="2722699985" sldId="269"/>
        </pc:sldMkLst>
        <pc:spChg chg="mod">
          <ac:chgData name="Jack Gilmore" userId="325a9c4a-0764-4f47-ac14-45bef7e9080f" providerId="ADAL" clId="{7B820B33-093A-437E-9264-18F32F10A049}" dt="2025-11-14T20:44:13.716" v="520" actId="20577"/>
          <ac:spMkLst>
            <pc:docMk/>
            <pc:sldMk cId="2722699985" sldId="269"/>
            <ac:spMk id="51" creationId="{DE206C59-DF97-0422-C8EB-225E2A2E61F7}"/>
          </ac:spMkLst>
        </pc:spChg>
        <pc:spChg chg="mod">
          <ac:chgData name="Jack Gilmore" userId="325a9c4a-0764-4f47-ac14-45bef7e9080f" providerId="ADAL" clId="{7B820B33-093A-437E-9264-18F32F10A049}" dt="2025-11-14T20:44:23.973" v="541" actId="20577"/>
          <ac:spMkLst>
            <pc:docMk/>
            <pc:sldMk cId="2722699985" sldId="269"/>
            <ac:spMk id="52" creationId="{007A1AA2-6DAF-DE4F-0A7F-7DD571ED5A9E}"/>
          </ac:spMkLst>
        </pc:spChg>
      </pc:sldChg>
      <pc:sldChg chg="modSp add mod modNotesTx">
        <pc:chgData name="Jack Gilmore" userId="325a9c4a-0764-4f47-ac14-45bef7e9080f" providerId="ADAL" clId="{7B820B33-093A-437E-9264-18F32F10A049}" dt="2025-11-14T20:50:20.450" v="926" actId="313"/>
        <pc:sldMkLst>
          <pc:docMk/>
          <pc:sldMk cId="2399616066" sldId="270"/>
        </pc:sldMkLst>
        <pc:spChg chg="mod">
          <ac:chgData name="Jack Gilmore" userId="325a9c4a-0764-4f47-ac14-45bef7e9080f" providerId="ADAL" clId="{7B820B33-093A-437E-9264-18F32F10A049}" dt="2025-11-14T20:49:03.305" v="590" actId="6549"/>
          <ac:spMkLst>
            <pc:docMk/>
            <pc:sldMk cId="2399616066" sldId="270"/>
            <ac:spMk id="52" creationId="{49A056D6-EE49-670B-A58F-C4FC4DD6AA58}"/>
          </ac:spMkLst>
        </pc:spChg>
      </pc:sldChg>
      <pc:sldChg chg="modSp add mod modNotesTx">
        <pc:chgData name="Jack Gilmore" userId="325a9c4a-0764-4f47-ac14-45bef7e9080f" providerId="ADAL" clId="{7B820B33-093A-437E-9264-18F32F10A049}" dt="2025-11-14T20:54:23.378" v="1665" actId="20577"/>
        <pc:sldMkLst>
          <pc:docMk/>
          <pc:sldMk cId="122951742" sldId="271"/>
        </pc:sldMkLst>
        <pc:spChg chg="mod">
          <ac:chgData name="Jack Gilmore" userId="325a9c4a-0764-4f47-ac14-45bef7e9080f" providerId="ADAL" clId="{7B820B33-093A-437E-9264-18F32F10A049}" dt="2025-11-14T20:50:33.424" v="945" actId="20577"/>
          <ac:spMkLst>
            <pc:docMk/>
            <pc:sldMk cId="122951742" sldId="271"/>
            <ac:spMk id="51" creationId="{A0847852-3769-C9C2-FFDA-C687F61421FB}"/>
          </ac:spMkLst>
        </pc:spChg>
        <pc:spChg chg="mod">
          <ac:chgData name="Jack Gilmore" userId="325a9c4a-0764-4f47-ac14-45bef7e9080f" providerId="ADAL" clId="{7B820B33-093A-437E-9264-18F32F10A049}" dt="2025-11-14T20:53:32.866" v="1415" actId="20577"/>
          <ac:spMkLst>
            <pc:docMk/>
            <pc:sldMk cId="122951742" sldId="271"/>
            <ac:spMk id="52" creationId="{BFA89DBF-670E-09E9-EFD2-B0BF7A7CABBC}"/>
          </ac:spMkLst>
        </pc:spChg>
      </pc:sldChg>
      <pc:sldChg chg="addSp delSp modSp add mod modNotesTx">
        <pc:chgData name="Jack Gilmore" userId="325a9c4a-0764-4f47-ac14-45bef7e9080f" providerId="ADAL" clId="{7B820B33-093A-437E-9264-18F32F10A049}" dt="2025-11-14T21:08:10.350" v="2241" actId="1076"/>
        <pc:sldMkLst>
          <pc:docMk/>
          <pc:sldMk cId="3031004146" sldId="272"/>
        </pc:sldMkLst>
        <pc:spChg chg="add del mod">
          <ac:chgData name="Jack Gilmore" userId="325a9c4a-0764-4f47-ac14-45bef7e9080f" providerId="ADAL" clId="{7B820B33-093A-437E-9264-18F32F10A049}" dt="2025-11-14T20:57:16.869" v="1689" actId="478"/>
          <ac:spMkLst>
            <pc:docMk/>
            <pc:sldMk cId="3031004146" sldId="272"/>
            <ac:spMk id="4" creationId="{DE8BBC8D-ADD0-7FC0-863B-41BE50E0A834}"/>
          </ac:spMkLst>
        </pc:spChg>
        <pc:spChg chg="add mod">
          <ac:chgData name="Jack Gilmore" userId="325a9c4a-0764-4f47-ac14-45bef7e9080f" providerId="ADAL" clId="{7B820B33-093A-437E-9264-18F32F10A049}" dt="2025-11-14T20:57:40.047" v="1696" actId="14100"/>
          <ac:spMkLst>
            <pc:docMk/>
            <pc:sldMk cId="3031004146" sldId="272"/>
            <ac:spMk id="5" creationId="{B3D2C76C-552E-8D46-480C-270984F092F3}"/>
          </ac:spMkLst>
        </pc:spChg>
        <pc:spChg chg="add mod">
          <ac:chgData name="Jack Gilmore" userId="325a9c4a-0764-4f47-ac14-45bef7e9080f" providerId="ADAL" clId="{7B820B33-093A-437E-9264-18F32F10A049}" dt="2025-11-14T21:08:10.350" v="2241" actId="1076"/>
          <ac:spMkLst>
            <pc:docMk/>
            <pc:sldMk cId="3031004146" sldId="272"/>
            <ac:spMk id="6" creationId="{91A8FAC3-E4A1-B128-A06D-720DD71E8BFD}"/>
          </ac:spMkLst>
        </pc:spChg>
        <pc:spChg chg="mod">
          <ac:chgData name="Jack Gilmore" userId="325a9c4a-0764-4f47-ac14-45bef7e9080f" providerId="ADAL" clId="{7B820B33-093A-437E-9264-18F32F10A049}" dt="2025-11-14T20:54:40.164" v="1676" actId="20577"/>
          <ac:spMkLst>
            <pc:docMk/>
            <pc:sldMk cId="3031004146" sldId="272"/>
            <ac:spMk id="51" creationId="{A69D0C24-4BD0-7F09-FB04-94E11313E550}"/>
          </ac:spMkLst>
        </pc:spChg>
        <pc:spChg chg="del mod">
          <ac:chgData name="Jack Gilmore" userId="325a9c4a-0764-4f47-ac14-45bef7e9080f" providerId="ADAL" clId="{7B820B33-093A-437E-9264-18F32F10A049}" dt="2025-11-14T20:54:43.876" v="1679" actId="478"/>
          <ac:spMkLst>
            <pc:docMk/>
            <pc:sldMk cId="3031004146" sldId="272"/>
            <ac:spMk id="52" creationId="{60FAFEEA-84C4-4824-97E2-B4BD3701D09A}"/>
          </ac:spMkLst>
        </pc:spChg>
        <pc:picChg chg="add mod">
          <ac:chgData name="Jack Gilmore" userId="325a9c4a-0764-4f47-ac14-45bef7e9080f" providerId="ADAL" clId="{7B820B33-093A-437E-9264-18F32F10A049}" dt="2025-11-14T20:55:46.262" v="1683" actId="1076"/>
          <ac:picMkLst>
            <pc:docMk/>
            <pc:sldMk cId="3031004146" sldId="272"/>
            <ac:picMk id="3" creationId="{6B49FBA4-65C7-CA22-2B3A-0DE161C6FF65}"/>
          </ac:picMkLst>
        </pc:picChg>
      </pc:sldChg>
      <pc:sldChg chg="addSp modSp add mod">
        <pc:chgData name="Jack Gilmore" userId="325a9c4a-0764-4f47-ac14-45bef7e9080f" providerId="ADAL" clId="{7B820B33-093A-437E-9264-18F32F10A049}" dt="2025-11-14T21:08:13.996" v="2242"/>
        <pc:sldMkLst>
          <pc:docMk/>
          <pc:sldMk cId="535380801" sldId="273"/>
        </pc:sldMkLst>
        <pc:spChg chg="add mod">
          <ac:chgData name="Jack Gilmore" userId="325a9c4a-0764-4f47-ac14-45bef7e9080f" providerId="ADAL" clId="{7B820B33-093A-437E-9264-18F32F10A049}" dt="2025-11-14T21:08:13.996" v="2242"/>
          <ac:spMkLst>
            <pc:docMk/>
            <pc:sldMk cId="535380801" sldId="273"/>
            <ac:spMk id="2" creationId="{81E45C82-DA95-B118-AD96-F6F1209AE363}"/>
          </ac:spMkLst>
        </pc:spChg>
        <pc:spChg chg="mod">
          <ac:chgData name="Jack Gilmore" userId="325a9c4a-0764-4f47-ac14-45bef7e9080f" providerId="ADAL" clId="{7B820B33-093A-437E-9264-18F32F10A049}" dt="2025-11-14T20:57:50.627" v="1699" actId="14100"/>
          <ac:spMkLst>
            <pc:docMk/>
            <pc:sldMk cId="535380801" sldId="273"/>
            <ac:spMk id="5" creationId="{0CDDE9D4-016E-CD7C-763A-6E9C9EFB3CD5}"/>
          </ac:spMkLst>
        </pc:spChg>
      </pc:sldChg>
      <pc:sldChg chg="addSp modSp add mod">
        <pc:chgData name="Jack Gilmore" userId="325a9c4a-0764-4f47-ac14-45bef7e9080f" providerId="ADAL" clId="{7B820B33-093A-437E-9264-18F32F10A049}" dt="2025-11-14T21:08:15.464" v="2243"/>
        <pc:sldMkLst>
          <pc:docMk/>
          <pc:sldMk cId="1710229382" sldId="274"/>
        </pc:sldMkLst>
        <pc:spChg chg="add mod">
          <ac:chgData name="Jack Gilmore" userId="325a9c4a-0764-4f47-ac14-45bef7e9080f" providerId="ADAL" clId="{7B820B33-093A-437E-9264-18F32F10A049}" dt="2025-11-14T21:08:15.464" v="2243"/>
          <ac:spMkLst>
            <pc:docMk/>
            <pc:sldMk cId="1710229382" sldId="274"/>
            <ac:spMk id="2" creationId="{761F07D9-F2E4-A132-17CB-6265B69DE63F}"/>
          </ac:spMkLst>
        </pc:spChg>
        <pc:spChg chg="mod">
          <ac:chgData name="Jack Gilmore" userId="325a9c4a-0764-4f47-ac14-45bef7e9080f" providerId="ADAL" clId="{7B820B33-093A-437E-9264-18F32F10A049}" dt="2025-11-14T20:58:03.361" v="1702" actId="14100"/>
          <ac:spMkLst>
            <pc:docMk/>
            <pc:sldMk cId="1710229382" sldId="274"/>
            <ac:spMk id="5" creationId="{A9E4FF05-DDDB-19F4-8F43-B2111C99C118}"/>
          </ac:spMkLst>
        </pc:spChg>
      </pc:sldChg>
      <pc:sldChg chg="add del">
        <pc:chgData name="Jack Gilmore" userId="325a9c4a-0764-4f47-ac14-45bef7e9080f" providerId="ADAL" clId="{7B820B33-093A-437E-9264-18F32F10A049}" dt="2025-11-14T20:58:37.971" v="1704" actId="2696"/>
        <pc:sldMkLst>
          <pc:docMk/>
          <pc:sldMk cId="3232135930" sldId="275"/>
        </pc:sldMkLst>
      </pc:sldChg>
      <pc:sldChg chg="modSp add mod ord modNotesTx">
        <pc:chgData name="Jack Gilmore" userId="325a9c4a-0764-4f47-ac14-45bef7e9080f" providerId="ADAL" clId="{7B820B33-093A-437E-9264-18F32F10A049}" dt="2025-11-14T21:01:23.307" v="2015" actId="20577"/>
        <pc:sldMkLst>
          <pc:docMk/>
          <pc:sldMk cId="4098936379" sldId="275"/>
        </pc:sldMkLst>
        <pc:spChg chg="mod">
          <ac:chgData name="Jack Gilmore" userId="325a9c4a-0764-4f47-ac14-45bef7e9080f" providerId="ADAL" clId="{7B820B33-093A-437E-9264-18F32F10A049}" dt="2025-11-14T20:58:48.949" v="1726" actId="20577"/>
          <ac:spMkLst>
            <pc:docMk/>
            <pc:sldMk cId="4098936379" sldId="275"/>
            <ac:spMk id="51" creationId="{55FC8668-A497-44EB-8A75-85CC5C823837}"/>
          </ac:spMkLst>
        </pc:spChg>
        <pc:spChg chg="mod">
          <ac:chgData name="Jack Gilmore" userId="325a9c4a-0764-4f47-ac14-45bef7e9080f" providerId="ADAL" clId="{7B820B33-093A-437E-9264-18F32F10A049}" dt="2025-11-14T21:00:26.140" v="1749" actId="21"/>
          <ac:spMkLst>
            <pc:docMk/>
            <pc:sldMk cId="4098936379" sldId="275"/>
            <ac:spMk id="52" creationId="{6571B88A-B388-9986-E56F-B788AC9E3B99}"/>
          </ac:spMkLst>
        </pc:spChg>
      </pc:sldChg>
      <pc:sldChg chg="addSp delSp modSp add mod modNotesTx">
        <pc:chgData name="Jack Gilmore" userId="325a9c4a-0764-4f47-ac14-45bef7e9080f" providerId="ADAL" clId="{7B820B33-093A-437E-9264-18F32F10A049}" dt="2025-11-14T21:13:52.622" v="2992" actId="20577"/>
        <pc:sldMkLst>
          <pc:docMk/>
          <pc:sldMk cId="2267917249" sldId="276"/>
        </pc:sldMkLst>
        <pc:spChg chg="add mod">
          <ac:chgData name="Jack Gilmore" userId="325a9c4a-0764-4f47-ac14-45bef7e9080f" providerId="ADAL" clId="{7B820B33-093A-437E-9264-18F32F10A049}" dt="2025-11-14T21:06:53.151" v="2152" actId="114"/>
          <ac:spMkLst>
            <pc:docMk/>
            <pc:sldMk cId="2267917249" sldId="276"/>
            <ac:spMk id="5" creationId="{8A9D5C3E-56D8-8240-1D86-BB85932E21AB}"/>
          </ac:spMkLst>
        </pc:spChg>
        <pc:spChg chg="add mod">
          <ac:chgData name="Jack Gilmore" userId="325a9c4a-0764-4f47-ac14-45bef7e9080f" providerId="ADAL" clId="{7B820B33-093A-437E-9264-18F32F10A049}" dt="2025-11-14T21:06:47.495" v="2149" actId="403"/>
          <ac:spMkLst>
            <pc:docMk/>
            <pc:sldMk cId="2267917249" sldId="276"/>
            <ac:spMk id="12" creationId="{F725B949-C16C-976C-6B20-3524298E77AC}"/>
          </ac:spMkLst>
        </pc:spChg>
        <pc:spChg chg="add mod">
          <ac:chgData name="Jack Gilmore" userId="325a9c4a-0764-4f47-ac14-45bef7e9080f" providerId="ADAL" clId="{7B820B33-093A-437E-9264-18F32F10A049}" dt="2025-11-14T21:13:52.622" v="2992" actId="20577"/>
          <ac:spMkLst>
            <pc:docMk/>
            <pc:sldMk cId="2267917249" sldId="276"/>
            <ac:spMk id="14" creationId="{E3C80DDD-24DF-C53F-889D-E9CC53E76F6E}"/>
          </ac:spMkLst>
        </pc:spChg>
        <pc:spChg chg="mod">
          <ac:chgData name="Jack Gilmore" userId="325a9c4a-0764-4f47-ac14-45bef7e9080f" providerId="ADAL" clId="{7B820B33-093A-437E-9264-18F32F10A049}" dt="2025-11-14T21:01:53.109" v="2026" actId="20577"/>
          <ac:spMkLst>
            <pc:docMk/>
            <pc:sldMk cId="2267917249" sldId="276"/>
            <ac:spMk id="51" creationId="{03ACAB2B-82D6-D0A1-108F-DC1B0D52F0F5}"/>
          </ac:spMkLst>
        </pc:spChg>
        <pc:spChg chg="del">
          <ac:chgData name="Jack Gilmore" userId="325a9c4a-0764-4f47-ac14-45bef7e9080f" providerId="ADAL" clId="{7B820B33-093A-437E-9264-18F32F10A049}" dt="2025-11-14T21:02:31.594" v="2027" actId="478"/>
          <ac:spMkLst>
            <pc:docMk/>
            <pc:sldMk cId="2267917249" sldId="276"/>
            <ac:spMk id="52" creationId="{36E599D1-9C8C-3165-AA91-4D0DD3E0209B}"/>
          </ac:spMkLst>
        </pc:spChg>
        <pc:picChg chg="add mod">
          <ac:chgData name="Jack Gilmore" userId="325a9c4a-0764-4f47-ac14-45bef7e9080f" providerId="ADAL" clId="{7B820B33-093A-437E-9264-18F32F10A049}" dt="2025-11-14T21:05:56.483" v="2082" actId="1076"/>
          <ac:picMkLst>
            <pc:docMk/>
            <pc:sldMk cId="2267917249" sldId="276"/>
            <ac:picMk id="3" creationId="{744C061C-2092-ADCD-3E93-C0B959AF7E6B}"/>
          </ac:picMkLst>
        </pc:picChg>
        <pc:picChg chg="add del mod">
          <ac:chgData name="Jack Gilmore" userId="325a9c4a-0764-4f47-ac14-45bef7e9080f" providerId="ADAL" clId="{7B820B33-093A-437E-9264-18F32F10A049}" dt="2025-11-14T21:05:30.927" v="2077" actId="478"/>
          <ac:picMkLst>
            <pc:docMk/>
            <pc:sldMk cId="2267917249" sldId="276"/>
            <ac:picMk id="7" creationId="{BFB17001-7966-C33E-4604-8FAF040D0AEF}"/>
          </ac:picMkLst>
        </pc:picChg>
        <pc:picChg chg="add del mod">
          <ac:chgData name="Jack Gilmore" userId="325a9c4a-0764-4f47-ac14-45bef7e9080f" providerId="ADAL" clId="{7B820B33-093A-437E-9264-18F32F10A049}" dt="2025-11-14T21:05:18.334" v="2072" actId="478"/>
          <ac:picMkLst>
            <pc:docMk/>
            <pc:sldMk cId="2267917249" sldId="276"/>
            <ac:picMk id="9" creationId="{317F8989-CF8F-30BD-5FF9-1178E55F4925}"/>
          </ac:picMkLst>
        </pc:picChg>
        <pc:picChg chg="add mod">
          <ac:chgData name="Jack Gilmore" userId="325a9c4a-0764-4f47-ac14-45bef7e9080f" providerId="ADAL" clId="{7B820B33-093A-437E-9264-18F32F10A049}" dt="2025-11-14T21:06:02.591" v="2084" actId="1076"/>
          <ac:picMkLst>
            <pc:docMk/>
            <pc:sldMk cId="2267917249" sldId="276"/>
            <ac:picMk id="11" creationId="{481DA45D-D809-A92B-62B8-DF8961F2D3AF}"/>
          </ac:picMkLst>
        </pc:picChg>
      </pc:sldChg>
      <pc:sldChg chg="addSp delSp modSp add mod modNotesTx">
        <pc:chgData name="Jack Gilmore" userId="325a9c4a-0764-4f47-ac14-45bef7e9080f" providerId="ADAL" clId="{7B820B33-093A-437E-9264-18F32F10A049}" dt="2025-11-14T21:10:09.421" v="2416" actId="20577"/>
        <pc:sldMkLst>
          <pc:docMk/>
          <pc:sldMk cId="353144536" sldId="277"/>
        </pc:sldMkLst>
        <pc:spChg chg="del">
          <ac:chgData name="Jack Gilmore" userId="325a9c4a-0764-4f47-ac14-45bef7e9080f" providerId="ADAL" clId="{7B820B33-093A-437E-9264-18F32F10A049}" dt="2025-11-14T21:09:12.997" v="2392" actId="478"/>
          <ac:spMkLst>
            <pc:docMk/>
            <pc:sldMk cId="353144536" sldId="277"/>
            <ac:spMk id="5" creationId="{EDA9560E-6725-6410-79DC-72B13613BE1E}"/>
          </ac:spMkLst>
        </pc:spChg>
        <pc:picChg chg="del mod">
          <ac:chgData name="Jack Gilmore" userId="325a9c4a-0764-4f47-ac14-45bef7e9080f" providerId="ADAL" clId="{7B820B33-093A-437E-9264-18F32F10A049}" dt="2025-11-14T21:09:12.997" v="2392" actId="478"/>
          <ac:picMkLst>
            <pc:docMk/>
            <pc:sldMk cId="353144536" sldId="277"/>
            <ac:picMk id="3" creationId="{3613D340-00E6-695E-022D-2727232FE923}"/>
          </ac:picMkLst>
        </pc:picChg>
        <pc:picChg chg="add mod">
          <ac:chgData name="Jack Gilmore" userId="325a9c4a-0764-4f47-ac14-45bef7e9080f" providerId="ADAL" clId="{7B820B33-093A-437E-9264-18F32F10A049}" dt="2025-11-14T21:09:41.196" v="2395" actId="1076"/>
          <ac:picMkLst>
            <pc:docMk/>
            <pc:sldMk cId="353144536" sldId="277"/>
            <ac:picMk id="4" creationId="{2A322C87-5A4F-F12E-AA4A-C7969B50BE4B}"/>
          </ac:picMkLst>
        </pc:picChg>
        <pc:picChg chg="mod">
          <ac:chgData name="Jack Gilmore" userId="325a9c4a-0764-4f47-ac14-45bef7e9080f" providerId="ADAL" clId="{7B820B33-093A-437E-9264-18F32F10A049}" dt="2025-11-14T21:09:42.899" v="2396" actId="1076"/>
          <ac:picMkLst>
            <pc:docMk/>
            <pc:sldMk cId="353144536" sldId="277"/>
            <ac:picMk id="7" creationId="{5647951D-1CC5-9D4F-4BF3-1F36B23AAA0E}"/>
          </ac:picMkLst>
        </pc:picChg>
      </pc:sldChg>
      <pc:sldChg chg="modSp add mod ord modNotesTx">
        <pc:chgData name="Jack Gilmore" userId="325a9c4a-0764-4f47-ac14-45bef7e9080f" providerId="ADAL" clId="{7B820B33-093A-437E-9264-18F32F10A049}" dt="2025-11-14T21:15:16.308" v="3340" actId="5793"/>
        <pc:sldMkLst>
          <pc:docMk/>
          <pc:sldMk cId="660527874" sldId="278"/>
        </pc:sldMkLst>
        <pc:spChg chg="mod">
          <ac:chgData name="Jack Gilmore" userId="325a9c4a-0764-4f47-ac14-45bef7e9080f" providerId="ADAL" clId="{7B820B33-093A-437E-9264-18F32F10A049}" dt="2025-11-14T21:10:55.641" v="2549" actId="20577"/>
          <ac:spMkLst>
            <pc:docMk/>
            <pc:sldMk cId="660527874" sldId="278"/>
            <ac:spMk id="51" creationId="{DB625DF6-C561-7076-63DD-7F5E3041F791}"/>
          </ac:spMkLst>
        </pc:spChg>
        <pc:spChg chg="mod">
          <ac:chgData name="Jack Gilmore" userId="325a9c4a-0764-4f47-ac14-45bef7e9080f" providerId="ADAL" clId="{7B820B33-093A-437E-9264-18F32F10A049}" dt="2025-11-14T21:12:33.731" v="2632" actId="113"/>
          <ac:spMkLst>
            <pc:docMk/>
            <pc:sldMk cId="660527874" sldId="278"/>
            <ac:spMk id="52" creationId="{3F81DCDC-025A-164C-F3A1-6CD260D58DA5}"/>
          </ac:spMkLst>
        </pc:spChg>
      </pc:sldChg>
      <pc:sldChg chg="addSp modSp add mod ord modNotesTx">
        <pc:chgData name="Jack Gilmore" userId="325a9c4a-0764-4f47-ac14-45bef7e9080f" providerId="ADAL" clId="{7B820B33-093A-437E-9264-18F32F10A049}" dt="2025-11-14T21:16:47.548" v="3346" actId="6549"/>
        <pc:sldMkLst>
          <pc:docMk/>
          <pc:sldMk cId="86453732" sldId="279"/>
        </pc:sldMkLst>
        <pc:spChg chg="mod">
          <ac:chgData name="Jack Gilmore" userId="325a9c4a-0764-4f47-ac14-45bef7e9080f" providerId="ADAL" clId="{7B820B33-093A-437E-9264-18F32F10A049}" dt="2025-11-14T21:16:41.806" v="3344" actId="6549"/>
          <ac:spMkLst>
            <pc:docMk/>
            <pc:sldMk cId="86453732" sldId="279"/>
            <ac:spMk id="52" creationId="{41ADE7E7-12A5-ECA9-B080-15A33BC6F41C}"/>
          </ac:spMkLst>
        </pc:spChg>
        <pc:picChg chg="add">
          <ac:chgData name="Jack Gilmore" userId="325a9c4a-0764-4f47-ac14-45bef7e9080f" providerId="ADAL" clId="{7B820B33-093A-437E-9264-18F32F10A049}" dt="2025-11-14T21:16:43.606" v="3345" actId="22"/>
          <ac:picMkLst>
            <pc:docMk/>
            <pc:sldMk cId="86453732" sldId="279"/>
            <ac:picMk id="3" creationId="{716E9F71-129F-587E-8D27-F12E992A5DF6}"/>
          </ac:picMkLst>
        </pc:picChg>
      </pc:sldChg>
      <pc:sldChg chg="addSp modSp add mod modNotesTx">
        <pc:chgData name="Jack Gilmore" userId="325a9c4a-0764-4f47-ac14-45bef7e9080f" providerId="ADAL" clId="{7B820B33-093A-437E-9264-18F32F10A049}" dt="2025-11-14T21:21:29.212" v="3552" actId="1076"/>
        <pc:sldMkLst>
          <pc:docMk/>
          <pc:sldMk cId="3646362300" sldId="280"/>
        </pc:sldMkLst>
        <pc:spChg chg="add mod">
          <ac:chgData name="Jack Gilmore" userId="325a9c4a-0764-4f47-ac14-45bef7e9080f" providerId="ADAL" clId="{7B820B33-093A-437E-9264-18F32F10A049}" dt="2025-11-14T21:20:30.346" v="3454" actId="113"/>
          <ac:spMkLst>
            <pc:docMk/>
            <pc:sldMk cId="3646362300" sldId="280"/>
            <ac:spMk id="4" creationId="{7096ADDC-4B7D-2CBF-43ED-6FC2BE958811}"/>
          </ac:spMkLst>
        </pc:spChg>
        <pc:spChg chg="add mod">
          <ac:chgData name="Jack Gilmore" userId="325a9c4a-0764-4f47-ac14-45bef7e9080f" providerId="ADAL" clId="{7B820B33-093A-437E-9264-18F32F10A049}" dt="2025-11-14T21:21:29.212" v="3552" actId="1076"/>
          <ac:spMkLst>
            <pc:docMk/>
            <pc:sldMk cId="3646362300" sldId="280"/>
            <ac:spMk id="5" creationId="{4B65E3CF-BC43-DBB1-DBAD-4121237E568B}"/>
          </ac:spMkLst>
        </pc:spChg>
        <pc:spChg chg="add mod">
          <ac:chgData name="Jack Gilmore" userId="325a9c4a-0764-4f47-ac14-45bef7e9080f" providerId="ADAL" clId="{7B820B33-093A-437E-9264-18F32F10A049}" dt="2025-11-14T21:21:10.953" v="3478"/>
          <ac:spMkLst>
            <pc:docMk/>
            <pc:sldMk cId="3646362300" sldId="280"/>
            <ac:spMk id="6" creationId="{6BC3CB16-B409-9977-EC7A-2637C2745F94}"/>
          </ac:spMkLst>
        </pc:spChg>
        <pc:spChg chg="mod">
          <ac:chgData name="Jack Gilmore" userId="325a9c4a-0764-4f47-ac14-45bef7e9080f" providerId="ADAL" clId="{7B820B33-093A-437E-9264-18F32F10A049}" dt="2025-11-14T21:17:48.393" v="3371" actId="20577"/>
          <ac:spMkLst>
            <pc:docMk/>
            <pc:sldMk cId="3646362300" sldId="280"/>
            <ac:spMk id="51" creationId="{7572C192-3B17-E4C7-AC2B-D90CF1C0BDCC}"/>
          </ac:spMkLst>
        </pc:spChg>
        <pc:spChg chg="mod">
          <ac:chgData name="Jack Gilmore" userId="325a9c4a-0764-4f47-ac14-45bef7e9080f" providerId="ADAL" clId="{7B820B33-093A-437E-9264-18F32F10A049}" dt="2025-11-14T21:20:01.778" v="3428" actId="1076"/>
          <ac:spMkLst>
            <pc:docMk/>
            <pc:sldMk cId="3646362300" sldId="280"/>
            <ac:spMk id="52" creationId="{476F11B7-12FF-4EE7-6E2E-AD5FDDCB8ABD}"/>
          </ac:spMkLst>
        </pc:spChg>
        <pc:picChg chg="add mod">
          <ac:chgData name="Jack Gilmore" userId="325a9c4a-0764-4f47-ac14-45bef7e9080f" providerId="ADAL" clId="{7B820B33-093A-437E-9264-18F32F10A049}" dt="2025-11-14T21:20:11.315" v="3430" actId="1076"/>
          <ac:picMkLst>
            <pc:docMk/>
            <pc:sldMk cId="3646362300" sldId="280"/>
            <ac:picMk id="3" creationId="{80BA37E1-3B7C-63C3-EFD7-2BEF9F178CDB}"/>
          </ac:picMkLst>
        </pc:picChg>
        <pc:picChg chg="add mod">
          <ac:chgData name="Jack Gilmore" userId="325a9c4a-0764-4f47-ac14-45bef7e9080f" providerId="ADAL" clId="{7B820B33-093A-437E-9264-18F32F10A049}" dt="2025-11-14T21:20:54.688" v="3457" actId="1076"/>
          <ac:picMkLst>
            <pc:docMk/>
            <pc:sldMk cId="3646362300" sldId="280"/>
            <ac:picMk id="2050" creationId="{01C4A8FA-03AA-B641-4248-635143131BF9}"/>
          </ac:picMkLst>
        </pc:picChg>
      </pc:sldChg>
    </pc:docChg>
  </pc:docChgLst>
  <pc:docChgLst>
    <pc:chgData name="Jack Gilmore" userId="325a9c4a-0764-4f47-ac14-45bef7e9080f" providerId="ADAL" clId="{AFCE1F70-84D8-4973-9ED2-8FD3F9D4E2C0}"/>
    <pc:docChg chg="custSel addSld modSld">
      <pc:chgData name="Jack Gilmore" userId="325a9c4a-0764-4f47-ac14-45bef7e9080f" providerId="ADAL" clId="{AFCE1F70-84D8-4973-9ED2-8FD3F9D4E2C0}" dt="2025-11-15T09:29:59.067" v="41" actId="1076"/>
      <pc:docMkLst>
        <pc:docMk/>
      </pc:docMkLst>
      <pc:sldChg chg="modNotesTx">
        <pc:chgData name="Jack Gilmore" userId="325a9c4a-0764-4f47-ac14-45bef7e9080f" providerId="ADAL" clId="{AFCE1F70-84D8-4973-9ED2-8FD3F9D4E2C0}" dt="2025-11-15T09:26:52.212" v="34" actId="20577"/>
        <pc:sldMkLst>
          <pc:docMk/>
          <pc:sldMk cId="2654451374" sldId="266"/>
        </pc:sldMkLst>
      </pc:sldChg>
      <pc:sldChg chg="addSp delSp modSp add mod modNotesTx">
        <pc:chgData name="Jack Gilmore" userId="325a9c4a-0764-4f47-ac14-45bef7e9080f" providerId="ADAL" clId="{AFCE1F70-84D8-4973-9ED2-8FD3F9D4E2C0}" dt="2025-11-15T09:29:59.067" v="41" actId="1076"/>
        <pc:sldMkLst>
          <pc:docMk/>
          <pc:sldMk cId="3209931611" sldId="281"/>
        </pc:sldMkLst>
        <pc:picChg chg="add mod">
          <ac:chgData name="Jack Gilmore" userId="325a9c4a-0764-4f47-ac14-45bef7e9080f" providerId="ADAL" clId="{AFCE1F70-84D8-4973-9ED2-8FD3F9D4E2C0}" dt="2025-11-15T09:29:59.067" v="41" actId="1076"/>
          <ac:picMkLst>
            <pc:docMk/>
            <pc:sldMk cId="3209931611" sldId="281"/>
            <ac:picMk id="3" creationId="{71B4AD7E-7951-3583-A643-AC9DD80CA541}"/>
          </ac:picMkLst>
        </pc:picChg>
        <pc:picChg chg="del">
          <ac:chgData name="Jack Gilmore" userId="325a9c4a-0764-4f47-ac14-45bef7e9080f" providerId="ADAL" clId="{AFCE1F70-84D8-4973-9ED2-8FD3F9D4E2C0}" dt="2025-11-15T09:27:11.346" v="36" actId="478"/>
          <ac:picMkLst>
            <pc:docMk/>
            <pc:sldMk cId="3209931611" sldId="281"/>
            <ac:picMk id="4" creationId="{45D2AE85-A183-1CF5-A8F2-FA01BF3E13F0}"/>
          </ac:picMkLst>
        </pc:picChg>
        <pc:picChg chg="del">
          <ac:chgData name="Jack Gilmore" userId="325a9c4a-0764-4f47-ac14-45bef7e9080f" providerId="ADAL" clId="{AFCE1F70-84D8-4973-9ED2-8FD3F9D4E2C0}" dt="2025-11-15T09:27:12.723" v="37" actId="478"/>
          <ac:picMkLst>
            <pc:docMk/>
            <pc:sldMk cId="3209931611" sldId="281"/>
            <ac:picMk id="7" creationId="{3CA33260-C819-904C-A74D-24CA11B34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DD3E7-D6AF-4E34-BA19-C9193261DD70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3B66F-72C1-4035-B904-EF6C439D44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3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Based in Arbroath, originally from Aberdeen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Senior Platform Engineer at NHS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Co-founder of Open Data Scotland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Co-founder of Dundee Data Meetup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OpenUK 2025 Open Data Leader honouree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Coffee and LEGO lover (94 sets and counting)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Mapper since June 2020</a:t>
            </a:r>
            <a:endParaRPr lang="en-GB" sz="1200" b="0" strike="noStrike" spc="-1" dirty="0">
              <a:solidFill>
                <a:srgbClr val="001553"/>
              </a:solidFill>
              <a:latin typeface="Raleway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02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HWRC = Household Waste Recycling Centre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Council = Local authority / municipal administration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b="0" strike="noStrike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1200" b="0" strike="noStrike" spc="-1" dirty="0">
                <a:solidFill>
                  <a:srgbClr val="001553"/>
                </a:solidFill>
                <a:latin typeface="Raleway"/>
              </a:rPr>
              <a:t> = Structured open knowledge base linked to Wikipedia and OSM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993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 probably got a lot wrong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849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No single, consistent source for UK waste and HWRC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Each local authority publishes information differently, pretty much all static info on their websites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Incomplete or outdated information on council websites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Difficult for the public to find accurate, location-based disposal info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Poor machine-readability limits reuse in apps, maps, and research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No shared data model or open standard for waste infrastructure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417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7500-431A-26DF-F53E-F08E1D0B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F8CFB-9BE5-F60A-D0D2-49D734649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5F11E-6BEE-EA94-A723-A5521C8BD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Data should answer that question clearly, wherever you live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Councils already publish this information, but in inconsistent formats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We can use open data and open mapping to unify 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OpenStreetMap offers a shared, community-maintained 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Civic tech can make it usable for everyone, not just data 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F500D-9E76-44BD-725D-E3BB74552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501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B9EB-962A-A6DB-29FF-F14CC978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A14C2-93F2-7AC3-F462-B3AFD90E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9EADC-AD83-5D7D-93A4-F47202327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Started at a Code the City hack weekend in Aberdeen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Goal: map HWRCs across the UK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Build something open, reusable, and public-facing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Use OpenStreetMap and </a:t>
            </a:r>
            <a:r>
              <a:rPr lang="en-GB" sz="1200" dirty="0" err="1"/>
              <a:t>Wikidata</a:t>
            </a:r>
            <a:r>
              <a:rPr lang="en-GB" sz="1200" dirty="0"/>
              <a:t> as the foundation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Combine civic tech methods with community mapping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B23EB-8652-2065-ACFA-FDFBC383A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047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79363-D7E9-AF86-850C-DD0F366B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59963-A36E-CF8B-4D10-5306DC9FB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240D5-C701-E68F-6CB3-32DDA4817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Register of Waste Carriers, Brokers and Dealers datasets</a:t>
            </a:r>
          </a:p>
          <a:p>
            <a:pPr marL="908100" lvl="1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Split across 3 authorities/datasets; one for England, one for Wales and one for Scotland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Target estimation of ~1,000 public/municipal HWRCs</a:t>
            </a:r>
          </a:p>
          <a:p>
            <a:pPr marL="450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Population of </a:t>
            </a:r>
            <a:r>
              <a:rPr lang="en-GB" sz="1200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1200" spc="-1" dirty="0">
                <a:solidFill>
                  <a:srgbClr val="001553"/>
                </a:solidFill>
                <a:latin typeface="Raleway"/>
              </a:rPr>
              <a:t> using </a:t>
            </a:r>
            <a:r>
              <a:rPr lang="en-GB" sz="1200" spc="-1" dirty="0" err="1">
                <a:solidFill>
                  <a:srgbClr val="001553"/>
                </a:solidFill>
                <a:latin typeface="Raleway"/>
              </a:rPr>
              <a:t>QuickStatements</a:t>
            </a:r>
            <a:endParaRPr lang="en-GB" sz="1200" spc="-1" dirty="0">
              <a:solidFill>
                <a:srgbClr val="001553"/>
              </a:solidFill>
              <a:latin typeface="Raleway"/>
            </a:endParaRPr>
          </a:p>
          <a:p>
            <a:pPr marL="908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Created a base layer of data that we could then marry up with OSM entries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Established/adopted a tagging convention</a:t>
            </a:r>
          </a:p>
          <a:p>
            <a:pPr marL="908100" lvl="1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Did our research and made sure to adopt existing tags rather than unnecessarily creating new 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80F46-117E-ACDD-DC71-C5384F0CC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284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149C-9224-D0C0-EE14-48A88AF1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99F1B-1A30-94C2-02D4-1A6DB6F74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3B3AC-D8E3-8C5E-8A6C-616640C7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Frontend; leaflet; had used many times before in previous projects, most recently when I worked for Falkirk Council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Backend; .NET; my programming language de jour; lots of people refer to as “MS Java” but since .NET core it’s an open language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Queried overpass to get the data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Database: primitive cache, mainly added so we’re not abusing Overpass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Geocoding using postcodes.io to match you to a local authority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Linked into other data sources like </a:t>
            </a:r>
            <a:r>
              <a:rPr lang="en-GB" sz="1200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1200" spc="-1" dirty="0">
                <a:solidFill>
                  <a:srgbClr val="001553"/>
                </a:solidFill>
                <a:latin typeface="Raleway"/>
              </a:rPr>
              <a:t> where attached to an OSM feature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End goal of a fast, usable map that anyone can explore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35CF9-2473-99CC-17C3-8F7C19FD7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251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41D8-A25F-354E-1583-04F6E602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EF287-94CC-EFEE-B931-AD1332BCF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15E54-2304-1466-15E7-33B7C07BD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95FA2-E88A-8F5F-0929-F088A5396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890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3EF1-AB42-8DA4-C410-3045A828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1F194-656E-1256-AE49-6C85B582B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1AFC8-7CD0-8034-12E7-9C192E05D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5B58A-D523-2641-528C-A2067E1D4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265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E4E1-50BE-1D7F-55DE-3F39D2E0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55A4F-9FEF-026A-7ED6-A39689D08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0DA64-D2AA-7E1D-4F84-7601242B0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1B527-DE51-7D95-2AD0-E5EBCD3DD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819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119D-ADDF-DFBE-6D72-455D1A07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4C2DD-778C-DC18-F0CE-28C9681C1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D690E-3BF4-1768-CCE0-F329C5B8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28713-5D07-1D65-1EDA-61950D087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139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1EC9E-7669-62BF-231C-B46CAE0C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012F6-98B5-F31E-62D5-DEA5BC8D9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48640-3D72-EE20-2DBC-1A75527CC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People saw where their HWRCs were missing or not tagged correctly and added them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By adding them we improved consistency in the tagging and naming of waste sites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We were able to examine existing sites and identify gaps in the data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Sparked collaboration between mappers, civic tech groups, and councils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Demonstrated reuse of OSM and </a:t>
            </a:r>
            <a:r>
              <a:rPr lang="en-GB" sz="1200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1200" spc="-1" dirty="0">
                <a:solidFill>
                  <a:srgbClr val="001553"/>
                </a:solidFill>
                <a:latin typeface="Raleway"/>
              </a:rPr>
              <a:t> for public benefit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E83E3-AD7A-1DBF-E621-A363B78D7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89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1671-533A-B369-7211-B784C123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360A4-2684-3C8F-D0F5-2826592EC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3C288-C9CA-1F6E-C830-96E606B24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Built on a big assumption that local authority residency means right of access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Different rules for commercial access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Ownership ambiguity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Matching residency to where the recycling centre is uses an exact keyword match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60119-2C19-BC98-7D20-649A687E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879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52C0-5117-13B8-A42C-B61885D6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5EB00-D237-BDAE-4AF9-C3213153C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1DFD9-7732-48E4-F8DF-DC9A18B8B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/>
              <a:t>Gaps in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/>
              <a:t>Incomplete coverage</a:t>
            </a:r>
            <a:r>
              <a:rPr lang="en-GB" sz="1200" dirty="0"/>
              <a:t>: not every HWRC is mapped or fully tagged on OSM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/>
              <a:t>Tagging complexity</a:t>
            </a:r>
            <a:r>
              <a:rPr lang="en-GB" sz="1200" dirty="0"/>
              <a:t>: differing opinions on how to represent facilities. Waste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/>
              <a:t>Sustainability</a:t>
            </a:r>
            <a:r>
              <a:rPr lang="en-GB" sz="1200" dirty="0"/>
              <a:t>: maintaining and updating the dataset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/>
              <a:t>Engagement</a:t>
            </a:r>
            <a:r>
              <a:rPr lang="en-GB" sz="1200" dirty="0"/>
              <a:t>: encouraging ongoing mapper and council participation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D25BA-733C-76F6-D943-A9790F1C7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834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AD1C-2233-AE77-7778-832C01AB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455A3-8B36-E16E-A642-28762CD5C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1B0BD-CEAF-D44E-3A0A-6D22E97C6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A99D2-CCDA-5D47-3C24-BD0089787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553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57BC-934D-DBBA-CEE0-5213FBB0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A7EB8-8AC4-45A3-972A-DDB63E8C2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0FED4-63FB-C4E5-D769-6D9371CF8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8000" lvl="0" indent="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None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977DE-7DC9-09C3-F0F6-5C52F01A4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527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27B7-4FA2-FC2F-0F71-0394386A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F007E-0B5A-7889-312C-3BB792BC0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50EFC-07E2-EF5F-FE40-BB134E128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Expand to include other venues for disposing of waste and recyclable materials.</a:t>
            </a:r>
          </a:p>
          <a:p>
            <a:pPr marL="908100" lvl="1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Not just HWRCs and they’re not accessible to non-car users</a:t>
            </a:r>
          </a:p>
          <a:p>
            <a:pPr marL="450900" lvl="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Align/publish datasets under the Open3R standard</a:t>
            </a:r>
          </a:p>
          <a:p>
            <a:pPr marL="450900" lvl="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Validate against those existing datasets, improve that frontend to make it more performant</a:t>
            </a:r>
          </a:p>
          <a:p>
            <a:pPr marL="450900" lvl="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Work with government to see if we can get them to adopt a standard to publish this data</a:t>
            </a:r>
          </a:p>
          <a:p>
            <a:pPr marL="450900" lvl="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1200" spc="-1" dirty="0">
                <a:solidFill>
                  <a:srgbClr val="001553"/>
                </a:solidFill>
                <a:latin typeface="Raleway"/>
              </a:rPr>
              <a:t>Links in with exploring better feedback loops, if we improve the publishing of this data, could it reduce </a:t>
            </a:r>
            <a:r>
              <a:rPr lang="en-GB" sz="1200" spc="-1" dirty="0" err="1">
                <a:solidFill>
                  <a:srgbClr val="001553"/>
                </a:solidFill>
                <a:latin typeface="Raleway"/>
              </a:rPr>
              <a:t>flytipping</a:t>
            </a:r>
            <a:r>
              <a:rPr lang="en-GB" sz="1200" spc="-1" dirty="0">
                <a:solidFill>
                  <a:srgbClr val="001553"/>
                </a:solidFill>
                <a:latin typeface="Raleway"/>
              </a:rPr>
              <a:t>?</a:t>
            </a:r>
          </a:p>
          <a:p>
            <a:pPr marL="108000" lvl="0" indent="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None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350B5-D4F8-A198-9E53-EA34E5814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912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01BB-0E39-1A7C-3130-7D3687AE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609C2-907C-2F37-21F7-AA3D68427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C906C-E7DD-C3B7-5EBD-2B4FBF4EA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8000" lvl="0" indent="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None/>
            </a:pPr>
            <a:endParaRPr lang="en-GB" sz="1200" spc="-1" dirty="0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E7531-A1EA-A203-4561-91A33C673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3B66F-72C1-4035-B904-EF6C439D449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821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solidFill>
                <a:srgbClr val="001553"/>
              </a:solidFill>
              <a:latin typeface="Raleway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001553"/>
                </a:solidFill>
                <a:latin typeface="Raleway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001553"/>
                </a:solidFill>
                <a:latin typeface="Raleway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001553"/>
                </a:solidFill>
                <a:latin typeface="Raleway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1553"/>
                </a:solidFill>
                <a:latin typeface="Raleway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1553"/>
                </a:solidFill>
                <a:latin typeface="Raleway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1553"/>
                </a:solidFill>
                <a:latin typeface="Raleway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1553"/>
                </a:solidFill>
                <a:latin typeface="Raleway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GB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GB" sz="1400" b="0" strike="noStrike" spc="-1">
                <a:solidFill>
                  <a:srgbClr val="001553"/>
                </a:solidFill>
                <a:latin typeface="Raleway"/>
              </a:rPr>
              <a:t>&lt;footer&gt;</a:t>
            </a:r>
            <a:endParaRPr lang="en-GB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fld id="{07DC73AD-E874-464F-947F-44749C297346}" type="slidenum">
              <a:rPr lang="en-GB" sz="1400" b="0" strike="noStrike" spc="-1">
                <a:solidFill>
                  <a:srgbClr val="001553"/>
                </a:solidFill>
                <a:latin typeface="Raleway"/>
              </a:rPr>
              <a:t>‹#›</a:t>
            </a:fld>
            <a:r>
              <a:rPr lang="en-GB" sz="1400" b="0" strike="noStrike" spc="-1">
                <a:solidFill>
                  <a:srgbClr val="001553"/>
                </a:solidFill>
                <a:latin typeface="Raleway"/>
              </a:rPr>
              <a:t> (</a:t>
            </a:r>
            <a:fld id="{3D7E333F-1920-4908-9FA5-0E998A7BEBC8}" type="slidecount">
              <a:rPr lang="en-GB" sz="1400" b="0" strike="noStrike" spc="-1">
                <a:solidFill>
                  <a:srgbClr val="001553"/>
                </a:solidFill>
                <a:latin typeface="Raleway"/>
              </a:rPr>
              <a:t>&lt;count&gt;</a:t>
            </a:fld>
            <a:r>
              <a:rPr lang="en-GB" sz="1400" b="0" strike="noStrike" spc="-1">
                <a:solidFill>
                  <a:srgbClr val="001553"/>
                </a:solidFill>
                <a:latin typeface="Raleway"/>
              </a:rPr>
              <a:t>)</a:t>
            </a:r>
            <a:endParaRPr lang="en-GB" sz="1400" b="0" strike="noStrike" spc="-1">
              <a:latin typeface="Times New Roman"/>
            </a:endParaRPr>
          </a:p>
        </p:txBody>
      </p:sp>
      <p:pic>
        <p:nvPicPr>
          <p:cNvPr id="5" name="Picture 4"/>
          <p:cNvPicPr/>
          <p:nvPr/>
        </p:nvPicPr>
        <p:blipFill>
          <a:blip r:embed="rId14"/>
          <a:stretch/>
        </p:blipFill>
        <p:spPr>
          <a:xfrm>
            <a:off x="504000" y="5095800"/>
            <a:ext cx="2520000" cy="46008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hyperlink" Target="https://unsplash.com/illustrations/a-black-and-white-battery-icon-qnEJxu9d5O8?utm_source=unsplash&amp;utm_medium=referral&amp;utm_content=creditCopyText" TargetMode="External"/><Relationship Id="rId4" Type="http://schemas.openxmlformats.org/officeDocument/2006/relationships/hyperlink" Target="https://unsplash.com/@boxicons?utm_source=unsplash&amp;utm_medium=referral&amp;utm_content=creditCopyTex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wastemap.uk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wastemap.uk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wastemap.uk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astemap.uk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github.com/JackGilmore/OpenWasteMa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JackGilmore/OpenWasteMap/issues/18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s://angus.gov.uk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43" name="Picture 42"/>
          <p:cNvPicPr/>
          <p:nvPr/>
        </p:nvPicPr>
        <p:blipFill>
          <a:blip r:embed="rId2"/>
          <a:srcRect r="38615" b="43168"/>
          <a:stretch/>
        </p:blipFill>
        <p:spPr>
          <a:xfrm>
            <a:off x="5158440" y="2448000"/>
            <a:ext cx="4921200" cy="3221640"/>
          </a:xfrm>
          <a:prstGeom prst="rect">
            <a:avLst/>
          </a:prstGeom>
          <a:ln>
            <a:noFill/>
          </a:ln>
        </p:spPr>
      </p:pic>
      <p:sp>
        <p:nvSpPr>
          <p:cNvPr id="44" name="CustomShape 2"/>
          <p:cNvSpPr/>
          <p:nvPr/>
        </p:nvSpPr>
        <p:spPr>
          <a:xfrm>
            <a:off x="3672000" y="1172520"/>
            <a:ext cx="5903640" cy="17074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45" name="TextShape 3"/>
          <p:cNvSpPr txBox="1"/>
          <p:nvPr/>
        </p:nvSpPr>
        <p:spPr>
          <a:xfrm>
            <a:off x="3671640" y="1244520"/>
            <a:ext cx="5904000" cy="1563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0" i="0" u="none" strike="noStrike" kern="1200" cap="none" spc="-1" normalizeH="0" baseline="0" noProof="0" dirty="0">
                <a:ln>
                  <a:noFill/>
                </a:ln>
                <a:solidFill>
                  <a:srgbClr val="001553"/>
                </a:solidFill>
                <a:effectLst/>
                <a:uLnTx/>
                <a:uFillTx/>
                <a:latin typeface="Raleway Black"/>
              </a:rPr>
              <a:t>Mapping Waste the Open Way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" normalizeH="0" baseline="0" noProof="0" dirty="0">
                <a:ln>
                  <a:noFill/>
                </a:ln>
                <a:solidFill>
                  <a:srgbClr val="F82249"/>
                </a:solidFill>
                <a:effectLst/>
                <a:uLnTx/>
                <a:uFillTx/>
                <a:latin typeface="Raleway"/>
              </a:rPr>
              <a:t>Building OpenWasteMap</a:t>
            </a:r>
            <a:endParaRPr kumimoji="0" lang="en-GB" sz="2400" b="0" i="0" u="none" strike="noStrike" kern="1200" cap="none" spc="-1" normalizeH="0" baseline="0" noProof="0" dirty="0">
              <a:ln>
                <a:noFill/>
              </a:ln>
              <a:solidFill>
                <a:srgbClr val="001553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46" name="Picture 45"/>
          <p:cNvPicPr/>
          <p:nvPr/>
        </p:nvPicPr>
        <p:blipFill>
          <a:blip r:embed="rId3"/>
          <a:stretch/>
        </p:blipFill>
        <p:spPr>
          <a:xfrm>
            <a:off x="504000" y="1172520"/>
            <a:ext cx="3579480" cy="3579480"/>
          </a:xfrm>
          <a:prstGeom prst="rect">
            <a:avLst/>
          </a:prstGeom>
          <a:ln>
            <a:noFill/>
          </a:ln>
        </p:spPr>
      </p:pic>
      <p:sp>
        <p:nvSpPr>
          <p:cNvPr id="47" name="TextShape 4"/>
          <p:cNvSpPr txBox="1"/>
          <p:nvPr/>
        </p:nvSpPr>
        <p:spPr>
          <a:xfrm>
            <a:off x="3600000" y="720000"/>
            <a:ext cx="5976000" cy="358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8" name="TextShape 5"/>
          <p:cNvSpPr txBox="1"/>
          <p:nvPr/>
        </p:nvSpPr>
        <p:spPr>
          <a:xfrm>
            <a:off x="3672000" y="3312000"/>
            <a:ext cx="5904000" cy="1044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Jack Gilmore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Open Data Scotland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E883-98C7-437E-229D-37BD20A4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>
            <a:extLst>
              <a:ext uri="{FF2B5EF4-FFF2-40B4-BE49-F238E27FC236}">
                <a16:creationId xmlns:a16="http://schemas.microsoft.com/office/drawing/2014/main" id="{F98403AF-8A16-531C-974A-C833B2DAFE42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 dirty="0">
                <a:solidFill>
                  <a:srgbClr val="001553"/>
                </a:solidFill>
                <a:latin typeface="Raleway Black"/>
              </a:rPr>
              <a:t>About Me</a:t>
            </a:r>
          </a:p>
        </p:txBody>
      </p:sp>
      <p:sp>
        <p:nvSpPr>
          <p:cNvPr id="50" name="TextShape 2">
            <a:extLst>
              <a:ext uri="{FF2B5EF4-FFF2-40B4-BE49-F238E27FC236}">
                <a16:creationId xmlns:a16="http://schemas.microsoft.com/office/drawing/2014/main" id="{59AFF504-BA89-73B4-F104-CB5F668F20BC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001553"/>
                </a:solidFill>
                <a:latin typeface="Raleway"/>
              </a:rPr>
              <a:t>Based in Arbroath, originally from Aberdeen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001553"/>
                </a:solidFill>
                <a:latin typeface="Raleway"/>
              </a:rPr>
              <a:t>Senior Platform Engineer at NHS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001553"/>
                </a:solidFill>
                <a:latin typeface="Raleway"/>
              </a:rPr>
              <a:t>Co-founder of Open Data Scotland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001553"/>
                </a:solidFill>
                <a:latin typeface="Raleway"/>
              </a:rPr>
              <a:t>Co-founder of Dundee Data Meetup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001553"/>
                </a:solidFill>
                <a:latin typeface="Raleway"/>
              </a:rPr>
              <a:t>OpenUK 2025 Open Data Leader honouree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001553"/>
                </a:solidFill>
                <a:latin typeface="Raleway"/>
              </a:rPr>
              <a:t>Coffee and LEGO lover (94 sets and counting)</a:t>
            </a: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75000"/>
              <a:buFont typeface="Wingdings" charset="2"/>
              <a:buChar char=""/>
            </a:pPr>
            <a:r>
              <a:rPr lang="en-GB" sz="2000" spc="-1" dirty="0">
                <a:solidFill>
                  <a:srgbClr val="001553"/>
                </a:solidFill>
                <a:latin typeface="Raleway"/>
              </a:rPr>
              <a:t>Mapper since June 2020</a:t>
            </a:r>
            <a:endParaRPr lang="en-GB" sz="2000" b="0" strike="noStrike" spc="-1" dirty="0">
              <a:solidFill>
                <a:srgbClr val="001553"/>
              </a:solidFill>
              <a:latin typeface="Raleway"/>
            </a:endParaRPr>
          </a:p>
        </p:txBody>
      </p:sp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435A6265-D7EF-9A6E-0832-78F168DDD9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29" t="27546" r="33125" b="3990"/>
          <a:stretch>
            <a:fillRect/>
          </a:stretch>
        </p:blipFill>
        <p:spPr>
          <a:xfrm>
            <a:off x="6294210" y="1233995"/>
            <a:ext cx="3471862" cy="34734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5123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4D38-1BE5-AE3A-EE38-8FC0A391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E8956AF2-7EC0-A99A-1484-2A22DACB6EE7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Terminologies/jargon/info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8AB024FC-6648-D7EE-0F43-F0B697518547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1553"/>
                </a:solidFill>
                <a:latin typeface="Raleway"/>
              </a:rPr>
              <a:t>HWRC = Household Waste Recycling Centre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1553"/>
                </a:solidFill>
                <a:latin typeface="Raleway"/>
              </a:rPr>
              <a:t>Council = Local authority / municipal administration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0" strike="noStrike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2400" b="0" strike="noStrike" spc="-1" dirty="0">
                <a:solidFill>
                  <a:srgbClr val="001553"/>
                </a:solidFill>
                <a:latin typeface="Raleway"/>
              </a:rPr>
              <a:t> = Structured open knowledge base linked to Wikipedia and OSM</a:t>
            </a:r>
          </a:p>
        </p:txBody>
      </p:sp>
    </p:spTree>
    <p:extLst>
      <p:ext uri="{BB962C8B-B14F-4D97-AF65-F5344CB8AC3E}">
        <p14:creationId xmlns:p14="http://schemas.microsoft.com/office/powerpoint/2010/main" val="61190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FD60-C220-B57E-EEBB-D1B1F598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067C0E1F-2EC0-47EC-BA66-EEBC5B576134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Disclaimer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94143B77-8F8A-04FB-E731-FC03E99383DD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r>
              <a:rPr lang="en-GB" sz="3200" b="0" strike="noStrike" spc="-1" dirty="0">
                <a:solidFill>
                  <a:srgbClr val="001553"/>
                </a:solidFill>
                <a:latin typeface="Raleway"/>
              </a:rPr>
              <a:t>This was my first ever OpenStreetMap project</a:t>
            </a:r>
          </a:p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endParaRPr lang="en-GB" sz="3200" b="0" strike="noStrike" spc="-1" dirty="0">
              <a:solidFill>
                <a:srgbClr val="001553"/>
              </a:solidFill>
              <a:latin typeface="Raleway"/>
            </a:endParaRPr>
          </a:p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r>
              <a:rPr lang="en-GB" sz="3200" b="0" strike="noStrike" spc="-1" dirty="0">
                <a:solidFill>
                  <a:srgbClr val="001553"/>
                </a:solidFill>
                <a:latin typeface="Raleway"/>
              </a:rPr>
              <a:t>A lot has changed since 2020!</a:t>
            </a:r>
          </a:p>
        </p:txBody>
      </p:sp>
    </p:spTree>
    <p:extLst>
      <p:ext uri="{BB962C8B-B14F-4D97-AF65-F5344CB8AC3E}">
        <p14:creationId xmlns:p14="http://schemas.microsoft.com/office/powerpoint/2010/main" val="265445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F8B6-C859-0865-901D-BC7B094C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52130D4B-A0A2-982D-C866-A1B89C4D2B13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Problem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DE3D7D4D-E286-747A-1BDF-F4FEF86D0EC8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r>
              <a:rPr lang="en-GB" sz="3200" spc="-1" dirty="0">
                <a:solidFill>
                  <a:srgbClr val="001553"/>
                </a:solidFill>
                <a:latin typeface="Raleway"/>
              </a:rPr>
              <a:t>I have </a:t>
            </a:r>
            <a:r>
              <a:rPr lang="en-GB" sz="3200" b="1" spc="-1" dirty="0">
                <a:solidFill>
                  <a:srgbClr val="001553"/>
                </a:solidFill>
                <a:latin typeface="Raleway"/>
              </a:rPr>
              <a:t>X</a:t>
            </a:r>
            <a:r>
              <a:rPr lang="en-GB" sz="3200" spc="-1" dirty="0">
                <a:solidFill>
                  <a:srgbClr val="001553"/>
                </a:solidFill>
                <a:latin typeface="Raleway"/>
              </a:rPr>
              <a:t> and I live at </a:t>
            </a:r>
            <a:r>
              <a:rPr lang="en-GB" sz="3200" b="1" spc="-1" dirty="0">
                <a:solidFill>
                  <a:srgbClr val="001553"/>
                </a:solidFill>
                <a:latin typeface="Raleway"/>
              </a:rPr>
              <a:t>Y</a:t>
            </a:r>
            <a:r>
              <a:rPr lang="en-GB" sz="3200" spc="-1" dirty="0">
                <a:solidFill>
                  <a:srgbClr val="001553"/>
                </a:solidFill>
                <a:latin typeface="Raleway"/>
              </a:rPr>
              <a:t> postcode</a:t>
            </a:r>
          </a:p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endParaRPr lang="en-GB" sz="3200" b="0" strike="noStrike" spc="-1" dirty="0">
              <a:solidFill>
                <a:srgbClr val="001553"/>
              </a:solidFill>
              <a:latin typeface="Raleway"/>
            </a:endParaRPr>
          </a:p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r>
              <a:rPr lang="en-GB" sz="3200" spc="-1" dirty="0">
                <a:solidFill>
                  <a:srgbClr val="001553"/>
                </a:solidFill>
                <a:latin typeface="Raleway"/>
              </a:rPr>
              <a:t>Where do I dispose of my waste?</a:t>
            </a:r>
            <a:endParaRPr lang="en-GB" sz="3200" b="0" strike="noStrike" spc="-1" dirty="0">
              <a:solidFill>
                <a:srgbClr val="001553"/>
              </a:solidFill>
              <a:latin typeface="Raleway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573C07-A24C-2F72-431B-041FE15C0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60" y="2535465"/>
            <a:ext cx="870509" cy="87050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F7E89A0-68AC-1CB4-F509-9F0B53787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985" y="5259804"/>
            <a:ext cx="41056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Raleway" pitchFamily="2" charset="0"/>
              </a:rPr>
              <a:t>Illustration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  <a:hlinkClick r:id="rId4"/>
              </a:rPr>
              <a:t>Boxicons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  <a:hlinkClick r:id="rId5"/>
              </a:rPr>
              <a:t>Unsplash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</a:rPr>
              <a:t> </a:t>
            </a:r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44C4AC1-31E3-534C-BC10-ACF89459E9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79" y="2565388"/>
            <a:ext cx="810662" cy="81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1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140C-C66D-E844-6A17-16E06CE04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A324FB10-4F70-20E3-B990-C169498DB98B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How can we fix this?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5177D709-44E2-E575-E3BC-9998FB17D593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r>
              <a:rPr lang="en-GB" sz="3200" spc="-1" dirty="0">
                <a:solidFill>
                  <a:srgbClr val="001553"/>
                </a:solidFill>
                <a:latin typeface="Raleway"/>
              </a:rPr>
              <a:t>Enter OpenStreetMap and </a:t>
            </a:r>
            <a:r>
              <a:rPr lang="en-GB" sz="3200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3200" spc="-1" dirty="0">
                <a:solidFill>
                  <a:srgbClr val="001553"/>
                </a:solidFill>
                <a:latin typeface="Raleway"/>
              </a:rPr>
              <a:t>…</a:t>
            </a:r>
            <a:endParaRPr lang="en-GB" sz="3200" b="0" strike="noStrike" spc="-1" dirty="0">
              <a:solidFill>
                <a:srgbClr val="001553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06785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E39C-CB50-796C-7C0A-1A1CA3CB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DE206C59-DF97-0422-C8EB-225E2A2E61F7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approach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007A1AA2-6DAF-DE4F-0A7F-7DD571ED5A9E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45000"/>
            </a:pPr>
            <a:r>
              <a:rPr lang="en-GB" sz="3200" spc="-1" dirty="0">
                <a:solidFill>
                  <a:srgbClr val="001553"/>
                </a:solidFill>
                <a:latin typeface="Raleway"/>
              </a:rPr>
              <a:t>Time to get building!</a:t>
            </a:r>
            <a:endParaRPr lang="en-GB" sz="3200" b="0" strike="noStrike" spc="-1" dirty="0">
              <a:solidFill>
                <a:srgbClr val="001553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722699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8DD0-5CA1-625B-B57D-B9752187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7E06230C-AD87-F133-3CF1-516A38D0ED0E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approach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49A056D6-EE49-670B-A58F-C4FC4DD6AA58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spc="-1" dirty="0">
                <a:solidFill>
                  <a:srgbClr val="001553"/>
                </a:solidFill>
                <a:latin typeface="Raleway"/>
              </a:rPr>
              <a:t>Register of Waste Carriers, Brokers and Dealers datasets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spc="-1" dirty="0">
                <a:solidFill>
                  <a:srgbClr val="001553"/>
                </a:solidFill>
                <a:latin typeface="Raleway"/>
              </a:rPr>
              <a:t>Populated </a:t>
            </a:r>
            <a:r>
              <a:rPr lang="en-GB" sz="2400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using </a:t>
            </a:r>
            <a:r>
              <a:rPr lang="en-GB" sz="2400" spc="-1" dirty="0" err="1">
                <a:solidFill>
                  <a:srgbClr val="001553"/>
                </a:solidFill>
                <a:latin typeface="Raleway"/>
              </a:rPr>
              <a:t>QuickStatements</a:t>
            </a:r>
            <a:endParaRPr lang="en-GB" sz="2400" spc="-1" dirty="0">
              <a:solidFill>
                <a:srgbClr val="001553"/>
              </a:solidFill>
              <a:latin typeface="Raleway"/>
            </a:endParaRP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spc="-1" dirty="0">
                <a:solidFill>
                  <a:srgbClr val="001553"/>
                </a:solidFill>
                <a:latin typeface="Raleway"/>
              </a:rPr>
              <a:t>Target estimation of ~1,000 public/municipal HWRCs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spc="-1" dirty="0">
                <a:solidFill>
                  <a:srgbClr val="001553"/>
                </a:solidFill>
                <a:latin typeface="Raleway"/>
              </a:rPr>
              <a:t>Established/adopted a tagging convention</a:t>
            </a:r>
          </a:p>
        </p:txBody>
      </p:sp>
    </p:spTree>
    <p:extLst>
      <p:ext uri="{BB962C8B-B14F-4D97-AF65-F5344CB8AC3E}">
        <p14:creationId xmlns:p14="http://schemas.microsoft.com/office/powerpoint/2010/main" val="2399616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BBE9-6F4D-ADAD-ED7F-86C146ACB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A0847852-3769-C9C2-FFDA-C687F61421FB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Building the Map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BFA89DBF-670E-09E9-EFD2-B0BF7A7CABBC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 fontScale="92500" lnSpcReduction="10000"/>
          </a:bodyPr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Frontend: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built with Leaflet.js for lightweight, interactive maps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Backend: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powered by .NET for data handling and API endpoints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Data source: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OpenStreetMap via Overpass API</a:t>
            </a:r>
            <a:endParaRPr lang="en-GB" sz="2400" b="1" spc="-1" dirty="0">
              <a:solidFill>
                <a:srgbClr val="001553"/>
              </a:solidFill>
              <a:latin typeface="Raleway"/>
            </a:endParaRP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Database: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“cached” in SQL Server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Geocoding: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postcodes.io for local authority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 err="1">
                <a:solidFill>
                  <a:srgbClr val="001553"/>
                </a:solidFill>
                <a:latin typeface="Raleway"/>
              </a:rPr>
              <a:t>Wikidata</a:t>
            </a: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linked HWRC entries for richer context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1553"/>
                </a:solidFill>
                <a:latin typeface="Raleway"/>
              </a:rPr>
              <a:t>Goal:</a:t>
            </a:r>
            <a:r>
              <a:rPr lang="en-GB" sz="2400" spc="-1" dirty="0">
                <a:solidFill>
                  <a:srgbClr val="001553"/>
                </a:solidFill>
                <a:latin typeface="Raleway"/>
              </a:rPr>
              <a:t> fast, usable map anyone can explore. No login, no barriers</a:t>
            </a:r>
          </a:p>
        </p:txBody>
      </p:sp>
    </p:spTree>
    <p:extLst>
      <p:ext uri="{BB962C8B-B14F-4D97-AF65-F5344CB8AC3E}">
        <p14:creationId xmlns:p14="http://schemas.microsoft.com/office/powerpoint/2010/main" val="122951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E0A5-8457-6CE5-056F-F1C35BEA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A69D0C24-4BD0-7F09-FB04-94E11313E550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result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9FBA4-65C7-CA22-2B3A-0DE161C6F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89" y="1056392"/>
            <a:ext cx="8500262" cy="43343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D2C76C-552E-8D46-480C-270984F092F3}"/>
              </a:ext>
            </a:extLst>
          </p:cNvPr>
          <p:cNvSpPr/>
          <p:nvPr/>
        </p:nvSpPr>
        <p:spPr>
          <a:xfrm>
            <a:off x="731322" y="1250899"/>
            <a:ext cx="1594912" cy="946440"/>
          </a:xfrm>
          <a:prstGeom prst="rect">
            <a:avLst/>
          </a:prstGeom>
          <a:noFill/>
          <a:ln w="76200">
            <a:solidFill>
              <a:srgbClr val="F822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A8FAC3-E4A1-B128-A06D-720DD71E8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701" y="147701"/>
            <a:ext cx="30219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  <a:hlinkClick r:id="rId4"/>
              </a:rPr>
              <a:t>https://openwastemap.uk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00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321B-F120-DA10-1574-38D0EE8E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915FC261-6D22-904E-D706-C4448592D3AF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result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994276-1719-9837-D363-153B0FC33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89" y="1056392"/>
            <a:ext cx="8500262" cy="43343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DDE9D4-016E-CD7C-763A-6E9C9EFB3CD5}"/>
              </a:ext>
            </a:extLst>
          </p:cNvPr>
          <p:cNvSpPr/>
          <p:nvPr/>
        </p:nvSpPr>
        <p:spPr>
          <a:xfrm>
            <a:off x="716692" y="2106776"/>
            <a:ext cx="1536390" cy="1587399"/>
          </a:xfrm>
          <a:prstGeom prst="rect">
            <a:avLst/>
          </a:prstGeom>
          <a:noFill/>
          <a:ln w="76200">
            <a:solidFill>
              <a:srgbClr val="F822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E45C82-DA95-B118-AD96-F6F1209AE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701" y="147701"/>
            <a:ext cx="30219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  <a:hlinkClick r:id="rId4"/>
              </a:rPr>
              <a:t>https://openwastemap.uk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80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03EC6-919E-EB91-08B3-0694637B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FBFD749E-6127-C99D-5463-DBB9248D3D22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result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9892D-3CB1-A08E-EAEB-160785638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89" y="1056392"/>
            <a:ext cx="8500262" cy="43343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E4FF05-DDDB-19F4-8F43-B2111C99C118}"/>
              </a:ext>
            </a:extLst>
          </p:cNvPr>
          <p:cNvSpPr/>
          <p:nvPr/>
        </p:nvSpPr>
        <p:spPr>
          <a:xfrm>
            <a:off x="2208992" y="1247876"/>
            <a:ext cx="7132517" cy="4196594"/>
          </a:xfrm>
          <a:prstGeom prst="rect">
            <a:avLst/>
          </a:prstGeom>
          <a:noFill/>
          <a:ln w="76200">
            <a:solidFill>
              <a:srgbClr val="F822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F07D9-F2E4-A132-17CB-6265B69DE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701" y="147701"/>
            <a:ext cx="30219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  <a:hlinkClick r:id="rId4"/>
              </a:rPr>
              <a:t>https://openwastemap.uk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229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7DD4-7184-B135-D6F7-E6253BFD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B2CD4462-824F-3CC5-CB93-F158A68ECA1B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The result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D52338-4ECA-B31B-5295-83E26F318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701" y="147701"/>
            <a:ext cx="30219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aleway" pitchFamily="2" charset="0"/>
                <a:hlinkClick r:id="rId3"/>
              </a:rPr>
              <a:t>https://openwastemap.uk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aleway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85634-EF15-3DFF-56D9-92A5241EB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044325"/>
            <a:ext cx="2562583" cy="3581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917AD7-7010-AEAE-55DF-415E9B1D8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183" y="963350"/>
            <a:ext cx="2417638" cy="4559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C2444B-694E-3617-2235-10CB291D4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380" y="621932"/>
            <a:ext cx="1734495" cy="504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6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48DA-6731-4FE7-A1B0-5D2D43D4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55FC8668-A497-44EB-8A75-85CC5C823837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Impact and Insights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6571B88A-B388-9986-E56F-B788AC9E3B99}"/>
              </a:ext>
            </a:extLst>
          </p:cNvPr>
          <p:cNvSpPr txBox="1"/>
          <p:nvPr/>
        </p:nvSpPr>
        <p:spPr>
          <a:xfrm>
            <a:off x="504000" y="1326600"/>
            <a:ext cx="8859456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Mapped coverage: 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HWRCs added or improved across the UK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Improved consistency 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in tagging and naming of waste sites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Revealed data gaps: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 councils missing key info like accepted materials or opening hours</a:t>
            </a:r>
          </a:p>
        </p:txBody>
      </p:sp>
    </p:spTree>
    <p:extLst>
      <p:ext uri="{BB962C8B-B14F-4D97-AF65-F5344CB8AC3E}">
        <p14:creationId xmlns:p14="http://schemas.microsoft.com/office/powerpoint/2010/main" val="409893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A297-9728-11EC-58E4-AF5C797D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03ACAB2B-82D6-D0A1-108F-DC1B0D52F0F5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Challenges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C061C-2092-ADCD-3E93-C0B959AF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3624560"/>
            <a:ext cx="4426790" cy="11271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9D5C3E-56D8-8240-1D86-BB85932E21AB}"/>
              </a:ext>
            </a:extLst>
          </p:cNvPr>
          <p:cNvSpPr txBox="1"/>
          <p:nvPr/>
        </p:nvSpPr>
        <p:spPr>
          <a:xfrm>
            <a:off x="504000" y="3257316"/>
            <a:ext cx="2373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Raleway" pitchFamily="2" charset="0"/>
              </a:rPr>
              <a:t>From </a:t>
            </a:r>
            <a:r>
              <a:rPr lang="en-GB" i="1" dirty="0">
                <a:latin typeface="Raleway" pitchFamily="2" charset="0"/>
                <a:hlinkClick r:id="rId4"/>
              </a:rPr>
              <a:t>angus.gov.uk</a:t>
            </a:r>
            <a:r>
              <a:rPr lang="en-GB" i="1" dirty="0">
                <a:latin typeface="Raleway" pitchFamily="2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1DA45D-D809-A92B-62B8-DF8961F2D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820" y="1466519"/>
            <a:ext cx="4974557" cy="3080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25B949-C16C-976C-6B20-3524298E77AC}"/>
              </a:ext>
            </a:extLst>
          </p:cNvPr>
          <p:cNvSpPr txBox="1"/>
          <p:nvPr/>
        </p:nvSpPr>
        <p:spPr>
          <a:xfrm>
            <a:off x="363792" y="1634946"/>
            <a:ext cx="43033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latin typeface="Raleway" pitchFamily="2" charset="0"/>
              </a:rPr>
              <a:t>Local authority residency</a:t>
            </a:r>
            <a:br>
              <a:rPr lang="en-GB" sz="2400" dirty="0">
                <a:latin typeface="Raleway" pitchFamily="2" charset="0"/>
              </a:rPr>
            </a:br>
            <a:r>
              <a:rPr lang="en-GB" sz="3200" b="1" dirty="0">
                <a:latin typeface="Raleway" pitchFamily="2" charset="0"/>
              </a:rPr>
              <a:t>≠</a:t>
            </a:r>
          </a:p>
          <a:p>
            <a:pPr algn="ctr"/>
            <a:r>
              <a:rPr lang="en-GB" sz="2400" dirty="0">
                <a:latin typeface="Raleway" pitchFamily="2" charset="0"/>
              </a:rPr>
              <a:t>Right of access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80DDD-24DF-C53F-889D-E9CC53E76F6E}"/>
              </a:ext>
            </a:extLst>
          </p:cNvPr>
          <p:cNvSpPr txBox="1"/>
          <p:nvPr/>
        </p:nvSpPr>
        <p:spPr>
          <a:xfrm>
            <a:off x="5007012" y="1097187"/>
            <a:ext cx="504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Raleway" pitchFamily="2" charset="0"/>
                <a:hlinkClick r:id="rId6"/>
              </a:rPr>
              <a:t>Issue #18 </a:t>
            </a:r>
            <a:r>
              <a:rPr lang="en-GB" i="1" dirty="0">
                <a:latin typeface="Raleway" pitchFamily="2" charset="0"/>
              </a:rPr>
              <a:t>on </a:t>
            </a:r>
            <a:r>
              <a:rPr lang="en-GB" i="1" dirty="0">
                <a:latin typeface="Raleway" pitchFamily="2" charset="0"/>
                <a:hlinkClick r:id="rId7"/>
              </a:rPr>
              <a:t>JackGilmore/OpenWasteMap</a:t>
            </a:r>
            <a:endParaRPr lang="en-GB" i="1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17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25DE1-3FD6-4ED8-7A1F-0B1421D4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22EB798B-CFDE-4B9C-BF35-247B51EEAD61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Challenges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47951D-1CC5-9D4F-4BF3-1F36B23A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4" y="3815093"/>
            <a:ext cx="3132679" cy="1248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322C87-5A4F-F12E-AA4A-C7969B50B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" y="1027169"/>
            <a:ext cx="6395091" cy="241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4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5C6F8-FFB3-ACBE-5C89-511E9352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7779C95D-7DAA-95FC-A529-48B148D7F773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Challenges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B4AD7E-7951-3583-A643-AC9DD80CA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40" y="1172520"/>
            <a:ext cx="8953500" cy="355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31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0ADF-7613-1BD6-0E95-908A8AAF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2170F138-7381-AB0B-3E57-32601D7EE4B2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Next Steps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41ADE7E7-12A5-ECA9-B080-15A33BC6F41C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endParaRPr lang="en-GB" sz="2200" b="1" spc="-1" dirty="0">
              <a:solidFill>
                <a:srgbClr val="001553"/>
              </a:solidFill>
              <a:latin typeface="Ralew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E9F71-129F-587E-8D27-F12E992A5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993" y="1825484"/>
            <a:ext cx="4934639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3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6428-8D8E-76F8-0A26-51C1A750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DB625DF6-C561-7076-63DD-7F5E3041F791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spc="-1" dirty="0">
                <a:solidFill>
                  <a:srgbClr val="001553"/>
                </a:solidFill>
                <a:latin typeface="Raleway Black"/>
              </a:rPr>
              <a:t>Next Steps</a:t>
            </a:r>
            <a:endParaRPr lang="en-GB" sz="4400" b="0" strike="noStrike" spc="-1" dirty="0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3F81DCDC-025A-164C-F3A1-6CD260D58DA5}"/>
              </a:ext>
            </a:extLst>
          </p:cNvPr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Expand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 to include bring sites, reuse centres, and reverse vending machines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spc="-1" dirty="0">
                <a:solidFill>
                  <a:srgbClr val="001553"/>
                </a:solidFill>
                <a:latin typeface="Raleway"/>
              </a:rPr>
              <a:t>Align with </a:t>
            </a: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Open3R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 for structured recycling data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Improve data validation 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and visualisation tools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Strengthen links </a:t>
            </a:r>
            <a:r>
              <a:rPr lang="en-GB" sz="2200" spc="-1" dirty="0">
                <a:solidFill>
                  <a:srgbClr val="001553"/>
                </a:solidFill>
                <a:latin typeface="Raleway"/>
              </a:rPr>
              <a:t>with local and national government</a:t>
            </a:r>
          </a:p>
          <a:p>
            <a:pPr marL="450900" indent="-342900">
              <a:spcBef>
                <a:spcPts val="1417"/>
              </a:spcBef>
              <a:buClr>
                <a:srgbClr val="001553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sz="2200" spc="-1" dirty="0">
                <a:solidFill>
                  <a:srgbClr val="001553"/>
                </a:solidFill>
                <a:latin typeface="Raleway"/>
              </a:rPr>
              <a:t>Explore </a:t>
            </a:r>
            <a:r>
              <a:rPr lang="en-GB" sz="2200" b="1" spc="-1" dirty="0">
                <a:solidFill>
                  <a:srgbClr val="001553"/>
                </a:solidFill>
                <a:latin typeface="Raleway"/>
              </a:rPr>
              <a:t>better feedback loops</a:t>
            </a:r>
          </a:p>
        </p:txBody>
      </p:sp>
    </p:spTree>
    <p:extLst>
      <p:ext uri="{BB962C8B-B14F-4D97-AF65-F5344CB8AC3E}">
        <p14:creationId xmlns:p14="http://schemas.microsoft.com/office/powerpoint/2010/main" val="660527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18B3-5DF8-A0C8-8709-058C07E4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>
            <a:extLst>
              <a:ext uri="{FF2B5EF4-FFF2-40B4-BE49-F238E27FC236}">
                <a16:creationId xmlns:a16="http://schemas.microsoft.com/office/drawing/2014/main" id="{7572C192-3B17-E4C7-AC2B-D90CF1C0BDCC}"/>
              </a:ext>
            </a:extLst>
          </p:cNvPr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 dirty="0">
                <a:solidFill>
                  <a:srgbClr val="001553"/>
                </a:solidFill>
                <a:latin typeface="Raleway Black"/>
              </a:rPr>
              <a:t>Wrap Up</a:t>
            </a:r>
          </a:p>
        </p:txBody>
      </p:sp>
      <p:sp>
        <p:nvSpPr>
          <p:cNvPr id="52" name="TextShape 2">
            <a:extLst>
              <a:ext uri="{FF2B5EF4-FFF2-40B4-BE49-F238E27FC236}">
                <a16:creationId xmlns:a16="http://schemas.microsoft.com/office/drawing/2014/main" id="{476F11B7-12FF-4EE7-6E2E-AD5FDDCB8ABD}"/>
              </a:ext>
            </a:extLst>
          </p:cNvPr>
          <p:cNvSpPr txBox="1"/>
          <p:nvPr/>
        </p:nvSpPr>
        <p:spPr>
          <a:xfrm>
            <a:off x="291860" y="4059936"/>
            <a:ext cx="2619590" cy="796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75000"/>
            </a:pPr>
            <a:r>
              <a:rPr lang="en-GB" sz="1600" spc="-1" dirty="0">
                <a:solidFill>
                  <a:srgbClr val="001553"/>
                </a:solidFill>
                <a:latin typeface="Raleway"/>
              </a:rPr>
              <a:t>https://openwastemap.uk</a:t>
            </a: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0BA37E1-3B7C-63C3-EFD7-2BEF9F17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60" y="1610614"/>
            <a:ext cx="2619590" cy="2619590"/>
          </a:xfrm>
          <a:prstGeom prst="rect">
            <a:avLst/>
          </a:prstGeom>
        </p:spPr>
      </p:pic>
      <p:sp>
        <p:nvSpPr>
          <p:cNvPr id="4" name="TextShape 2">
            <a:extLst>
              <a:ext uri="{FF2B5EF4-FFF2-40B4-BE49-F238E27FC236}">
                <a16:creationId xmlns:a16="http://schemas.microsoft.com/office/drawing/2014/main" id="{7096ADDC-4B7D-2CBF-43ED-6FC2BE958811}"/>
              </a:ext>
            </a:extLst>
          </p:cNvPr>
          <p:cNvSpPr txBox="1"/>
          <p:nvPr/>
        </p:nvSpPr>
        <p:spPr>
          <a:xfrm>
            <a:off x="291860" y="993414"/>
            <a:ext cx="2619590" cy="796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75000"/>
            </a:pPr>
            <a:r>
              <a:rPr lang="en-GB" b="1" spc="-1" dirty="0">
                <a:solidFill>
                  <a:srgbClr val="001553"/>
                </a:solidFill>
                <a:latin typeface="Raleway"/>
              </a:rPr>
              <a:t>Try it yourself!</a:t>
            </a:r>
          </a:p>
        </p:txBody>
      </p:sp>
      <p:pic>
        <p:nvPicPr>
          <p:cNvPr id="2050" name="Picture 2" descr="The logo for the company Your Dsposal">
            <a:extLst>
              <a:ext uri="{FF2B5EF4-FFF2-40B4-BE49-F238E27FC236}">
                <a16:creationId xmlns:a16="http://schemas.microsoft.com/office/drawing/2014/main" id="{01C4A8FA-03AA-B641-4248-63514313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522" y="2344686"/>
            <a:ext cx="3965118" cy="115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Shape 2">
            <a:extLst>
              <a:ext uri="{FF2B5EF4-FFF2-40B4-BE49-F238E27FC236}">
                <a16:creationId xmlns:a16="http://schemas.microsoft.com/office/drawing/2014/main" id="{4B65E3CF-BC43-DBB1-DBAD-4121237E568B}"/>
              </a:ext>
            </a:extLst>
          </p:cNvPr>
          <p:cNvSpPr txBox="1"/>
          <p:nvPr/>
        </p:nvSpPr>
        <p:spPr>
          <a:xfrm>
            <a:off x="4253812" y="3496131"/>
            <a:ext cx="4718538" cy="796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75000"/>
            </a:pPr>
            <a:r>
              <a:rPr lang="en-GB" sz="1600" spc="-1" dirty="0">
                <a:solidFill>
                  <a:srgbClr val="001553"/>
                </a:solidFill>
                <a:latin typeface="Raleway"/>
              </a:rPr>
              <a:t>for sponsoring 6 years of domain registration and web hosting</a:t>
            </a:r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6BC3CB16-B409-9977-EC7A-2637C2745F94}"/>
              </a:ext>
            </a:extLst>
          </p:cNvPr>
          <p:cNvSpPr txBox="1"/>
          <p:nvPr/>
        </p:nvSpPr>
        <p:spPr>
          <a:xfrm>
            <a:off x="5455686" y="1700780"/>
            <a:ext cx="2619590" cy="7963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108000" algn="ctr">
              <a:spcBef>
                <a:spcPts val="1417"/>
              </a:spcBef>
              <a:buClr>
                <a:srgbClr val="001553"/>
              </a:buClr>
              <a:buSzPct val="75000"/>
            </a:pPr>
            <a:r>
              <a:rPr lang="en-GB" sz="1600" spc="-1" dirty="0">
                <a:solidFill>
                  <a:srgbClr val="001553"/>
                </a:solidFill>
                <a:latin typeface="Raleway"/>
              </a:rPr>
              <a:t>Big thanks to</a:t>
            </a:r>
          </a:p>
        </p:txBody>
      </p:sp>
    </p:spTree>
    <p:extLst>
      <p:ext uri="{BB962C8B-B14F-4D97-AF65-F5344CB8AC3E}">
        <p14:creationId xmlns:p14="http://schemas.microsoft.com/office/powerpoint/2010/main" val="3646362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ustomShap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67" name="CustomShape 2"/>
          <p:cNvSpPr/>
          <p:nvPr/>
        </p:nvSpPr>
        <p:spPr>
          <a:xfrm>
            <a:off x="3672000" y="812520"/>
            <a:ext cx="5903640" cy="17074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68" name="TextShape 3"/>
          <p:cNvSpPr txBox="1"/>
          <p:nvPr/>
        </p:nvSpPr>
        <p:spPr>
          <a:xfrm>
            <a:off x="3671998" y="884520"/>
            <a:ext cx="5903641" cy="1563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0" i="0" u="none" strike="noStrike" kern="1200" cap="none" spc="-1" normalizeH="0" baseline="0" noProof="0" dirty="0">
                <a:ln>
                  <a:noFill/>
                </a:ln>
                <a:solidFill>
                  <a:srgbClr val="001553"/>
                </a:solidFill>
                <a:effectLst/>
                <a:uLnTx/>
                <a:uFillTx/>
                <a:latin typeface="Raleway Black"/>
              </a:rPr>
              <a:t>Mapping Waste the Open Way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" normalizeH="0" baseline="0" noProof="0" dirty="0">
                <a:ln>
                  <a:noFill/>
                </a:ln>
                <a:solidFill>
                  <a:srgbClr val="F82249"/>
                </a:solidFill>
                <a:effectLst/>
                <a:uLnTx/>
                <a:uFillTx/>
                <a:latin typeface="Raleway"/>
              </a:rPr>
              <a:t>Building OpenWasteMap</a:t>
            </a:r>
            <a:endParaRPr kumimoji="0" lang="en-GB" sz="2400" b="0" i="0" u="none" strike="noStrike" kern="1200" cap="none" spc="-1" normalizeH="0" baseline="0" noProof="0" dirty="0">
              <a:ln>
                <a:noFill/>
              </a:ln>
              <a:solidFill>
                <a:srgbClr val="001553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69" name="Picture 68"/>
          <p:cNvPicPr/>
          <p:nvPr/>
        </p:nvPicPr>
        <p:blipFill>
          <a:blip r:embed="rId2"/>
          <a:stretch/>
        </p:blipFill>
        <p:spPr>
          <a:xfrm>
            <a:off x="504000" y="504000"/>
            <a:ext cx="3579480" cy="3579480"/>
          </a:xfrm>
          <a:prstGeom prst="rect">
            <a:avLst/>
          </a:prstGeom>
          <a:ln>
            <a:noFill/>
          </a:ln>
        </p:spPr>
      </p:pic>
      <p:sp>
        <p:nvSpPr>
          <p:cNvPr id="70" name="TextShape 4"/>
          <p:cNvSpPr txBox="1"/>
          <p:nvPr/>
        </p:nvSpPr>
        <p:spPr>
          <a:xfrm>
            <a:off x="3600000" y="432000"/>
            <a:ext cx="5976000" cy="358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71" name="TextShape 5"/>
          <p:cNvSpPr txBox="1"/>
          <p:nvPr/>
        </p:nvSpPr>
        <p:spPr>
          <a:xfrm>
            <a:off x="3672000" y="2556000"/>
            <a:ext cx="5904000" cy="2595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Jack Gilmore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Open Data Scotland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Raleway"/>
              </a:rPr>
              <a:t>https://2025.stateofthemap.eu</a:t>
            </a:r>
            <a:endParaRPr lang="en-GB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Raleway"/>
              </a:rPr>
              <a:t>Mastodon: </a:t>
            </a:r>
            <a:r>
              <a:rPr lang="en-GB" sz="2400" b="0" strike="noStrike" spc="-1" dirty="0" err="1">
                <a:solidFill>
                  <a:srgbClr val="FFFFFF"/>
                </a:solidFill>
                <a:latin typeface="Raleway"/>
              </a:rPr>
              <a:t>en.osm.town</a:t>
            </a:r>
            <a:r>
              <a:rPr lang="en-GB" sz="2400" b="0" strike="noStrike" spc="-1" dirty="0">
                <a:solidFill>
                  <a:srgbClr val="FFFFFF"/>
                </a:solidFill>
                <a:latin typeface="Raleway"/>
              </a:rPr>
              <a:t>/</a:t>
            </a:r>
            <a:r>
              <a:rPr lang="en-GB" sz="2400" b="0" strike="noStrike" spc="-1" dirty="0" err="1">
                <a:solidFill>
                  <a:srgbClr val="FFFFFF"/>
                </a:solidFill>
                <a:latin typeface="Raleway"/>
              </a:rPr>
              <a:t>sotmeu</a:t>
            </a:r>
            <a:br>
              <a:rPr dirty="0"/>
            </a:br>
            <a:r>
              <a:rPr lang="en-GB" sz="2400" b="0" strike="noStrike" spc="-1" dirty="0">
                <a:solidFill>
                  <a:srgbClr val="FFFFFF"/>
                </a:solidFill>
                <a:latin typeface="Raleway"/>
              </a:rPr>
              <a:t>Instagram: </a:t>
            </a:r>
            <a:r>
              <a:rPr lang="en-GB" sz="2400" b="0" strike="noStrike" spc="-1" dirty="0" err="1">
                <a:solidFill>
                  <a:srgbClr val="FFFFFF"/>
                </a:solidFill>
                <a:latin typeface="Raleway"/>
              </a:rPr>
              <a:t>openstreetmapuk</a:t>
            </a:r>
            <a:endParaRPr lang="en-GB" sz="2400" b="0" strike="noStrike" spc="-1" dirty="0">
              <a:latin typeface="Arial"/>
            </a:endParaRPr>
          </a:p>
        </p:txBody>
      </p:sp>
      <p:pic>
        <p:nvPicPr>
          <p:cNvPr id="72" name="Picture 71"/>
          <p:cNvPicPr/>
          <p:nvPr/>
        </p:nvPicPr>
        <p:blipFill>
          <a:blip r:embed="rId3"/>
          <a:srcRect r="38615" b="43168"/>
          <a:stretch/>
        </p:blipFill>
        <p:spPr>
          <a:xfrm flipH="1">
            <a:off x="-18360" y="2422800"/>
            <a:ext cx="4921200" cy="322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1100</Words>
  <Application>Microsoft Office PowerPoint</Application>
  <PresentationFormat>Custom</PresentationFormat>
  <Paragraphs>162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Raleway</vt:lpstr>
      <vt:lpstr>Raleway Black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Jack</dc:creator>
  <cp:lastModifiedBy>Jack Gilmore</cp:lastModifiedBy>
  <cp:revision>2</cp:revision>
  <dcterms:modified xsi:type="dcterms:W3CDTF">2025-11-15T11:23:45Z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2025-10-25T14:53:15Z</dcterms:created>
  <dc:creator/>
  <dc:description/>
  <dc:language>en-GB</dc:language>
  <cp:lastModifiedBy/>
  <dcterms:modified xsi:type="dcterms:W3CDTF">2025-11-06T15:48:57Z</dcterms:modified>
  <cp:revision>3</cp:revision>
  <dc:subject/>
  <dc:title/>
</cp:coreProperties>
</file>